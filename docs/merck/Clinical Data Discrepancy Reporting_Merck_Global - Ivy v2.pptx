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4B9867-2B85-BB4C-8912-1C8A4810418F}" v="9" dt="2026-01-12T07:28:06.4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77" autoAdjust="0"/>
    <p:restoredTop sz="94697"/>
  </p:normalViewPr>
  <p:slideViewPr>
    <p:cSldViewPr snapToGrid="0">
      <p:cViewPr varScale="1">
        <p:scale>
          <a:sx n="96" d="100"/>
          <a:sy n="96" d="100"/>
        </p:scale>
        <p:origin x="9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y Li" userId="e5d6e31d-e508-4d5d-b95b-b5ccfc06586d" providerId="ADAL" clId="{7B8FAE07-B34C-56E0-A8A5-1BFBF33301DE}"/>
    <pc:docChg chg="undo custSel modSld">
      <pc:chgData name="Ivy Li" userId="e5d6e31d-e508-4d5d-b95b-b5ccfc06586d" providerId="ADAL" clId="{7B8FAE07-B34C-56E0-A8A5-1BFBF33301DE}" dt="2026-01-13T09:06:59.508" v="1721" actId="20577"/>
      <pc:docMkLst>
        <pc:docMk/>
      </pc:docMkLst>
      <pc:sldChg chg="addSp delSp modSp mod">
        <pc:chgData name="Ivy Li" userId="e5d6e31d-e508-4d5d-b95b-b5ccfc06586d" providerId="ADAL" clId="{7B8FAE07-B34C-56E0-A8A5-1BFBF33301DE}" dt="2026-01-13T09:06:59.508" v="1721" actId="20577"/>
        <pc:sldMkLst>
          <pc:docMk/>
          <pc:sldMk cId="2674630905" sldId="260"/>
        </pc:sldMkLst>
        <pc:spChg chg="add mod">
          <ac:chgData name="Ivy Li" userId="e5d6e31d-e508-4d5d-b95b-b5ccfc06586d" providerId="ADAL" clId="{7B8FAE07-B34C-56E0-A8A5-1BFBF33301DE}" dt="2026-01-12T07:28:56.947" v="1696" actId="1076"/>
          <ac:spMkLst>
            <pc:docMk/>
            <pc:sldMk cId="2674630905" sldId="260"/>
            <ac:spMk id="2" creationId="{AC005C8A-C1B3-48A8-6103-E4B7ED3819AC}"/>
          </ac:spMkLst>
        </pc:spChg>
        <pc:spChg chg="del mod">
          <ac:chgData name="Ivy Li" userId="e5d6e31d-e508-4d5d-b95b-b5ccfc06586d" providerId="ADAL" clId="{7B8FAE07-B34C-56E0-A8A5-1BFBF33301DE}" dt="2026-01-12T07:23:35.219" v="1303" actId="478"/>
          <ac:spMkLst>
            <pc:docMk/>
            <pc:sldMk cId="2674630905" sldId="260"/>
            <ac:spMk id="3" creationId="{2361C92D-8C13-5679-C92F-D4F07AF42EF3}"/>
          </ac:spMkLst>
        </pc:spChg>
        <pc:spChg chg="mod">
          <ac:chgData name="Ivy Li" userId="e5d6e31d-e508-4d5d-b95b-b5ccfc06586d" providerId="ADAL" clId="{7B8FAE07-B34C-56E0-A8A5-1BFBF33301DE}" dt="2026-01-12T07:06:01.363" v="57" actId="20577"/>
          <ac:spMkLst>
            <pc:docMk/>
            <pc:sldMk cId="2674630905" sldId="260"/>
            <ac:spMk id="4" creationId="{C0257128-51BB-9C15-A5A0-7E0F2BA28061}"/>
          </ac:spMkLst>
        </pc:spChg>
        <pc:spChg chg="mod">
          <ac:chgData name="Ivy Li" userId="e5d6e31d-e508-4d5d-b95b-b5ccfc06586d" providerId="ADAL" clId="{7B8FAE07-B34C-56E0-A8A5-1BFBF33301DE}" dt="2026-01-13T09:06:59.508" v="1721" actId="20577"/>
          <ac:spMkLst>
            <pc:docMk/>
            <pc:sldMk cId="2674630905" sldId="260"/>
            <ac:spMk id="5" creationId="{2C606F79-8216-A17A-4D0E-E2A5D942ABA7}"/>
          </ac:spMkLst>
        </pc:spChg>
        <pc:spChg chg="mod">
          <ac:chgData name="Ivy Li" userId="e5d6e31d-e508-4d5d-b95b-b5ccfc06586d" providerId="ADAL" clId="{7B8FAE07-B34C-56E0-A8A5-1BFBF33301DE}" dt="2026-01-12T07:29:00.030" v="1697" actId="1076"/>
          <ac:spMkLst>
            <pc:docMk/>
            <pc:sldMk cId="2674630905" sldId="260"/>
            <ac:spMk id="7" creationId="{70DD56D8-815C-44EC-BCA5-0E46868C05A3}"/>
          </ac:spMkLst>
        </pc:spChg>
        <pc:spChg chg="mod">
          <ac:chgData name="Ivy Li" userId="e5d6e31d-e508-4d5d-b95b-b5ccfc06586d" providerId="ADAL" clId="{7B8FAE07-B34C-56E0-A8A5-1BFBF33301DE}" dt="2026-01-12T07:28:28.319" v="1690" actId="108"/>
          <ac:spMkLst>
            <pc:docMk/>
            <pc:sldMk cId="2674630905" sldId="260"/>
            <ac:spMk id="8" creationId="{529AB6E5-C8B5-4677-AB75-D7763309E14C}"/>
          </ac:spMkLst>
        </pc:spChg>
        <pc:spChg chg="add del mod">
          <ac:chgData name="Ivy Li" userId="e5d6e31d-e508-4d5d-b95b-b5ccfc06586d" providerId="ADAL" clId="{7B8FAE07-B34C-56E0-A8A5-1BFBF33301DE}" dt="2026-01-12T07:23:38.485" v="1304" actId="478"/>
          <ac:spMkLst>
            <pc:docMk/>
            <pc:sldMk cId="2674630905" sldId="260"/>
            <ac:spMk id="9" creationId="{70A5BA1D-1239-0E58-AE7D-120160007D7C}"/>
          </ac:spMkLst>
        </pc:spChg>
        <pc:spChg chg="mod">
          <ac:chgData name="Ivy Li" userId="e5d6e31d-e508-4d5d-b95b-b5ccfc06586d" providerId="ADAL" clId="{7B8FAE07-B34C-56E0-A8A5-1BFBF33301DE}" dt="2026-01-12T07:29:23.862" v="1709" actId="20577"/>
          <ac:spMkLst>
            <pc:docMk/>
            <pc:sldMk cId="2674630905" sldId="260"/>
            <ac:spMk id="11" creationId="{D12EFD7A-CE8A-41EC-B71C-D39ECBA057FE}"/>
          </ac:spMkLst>
        </pc:spChg>
        <pc:spChg chg="del mod">
          <ac:chgData name="Ivy Li" userId="e5d6e31d-e508-4d5d-b95b-b5ccfc06586d" providerId="ADAL" clId="{7B8FAE07-B34C-56E0-A8A5-1BFBF33301DE}" dt="2026-01-12T07:23:27.632" v="1300" actId="478"/>
          <ac:spMkLst>
            <pc:docMk/>
            <pc:sldMk cId="2674630905" sldId="260"/>
            <ac:spMk id="18" creationId="{3BB9117E-D9F4-65EF-1E36-B2531AEFEE52}"/>
          </ac:spMkLst>
        </pc:spChg>
        <pc:picChg chg="del">
          <ac:chgData name="Ivy Li" userId="e5d6e31d-e508-4d5d-b95b-b5ccfc06586d" providerId="ADAL" clId="{7B8FAE07-B34C-56E0-A8A5-1BFBF33301DE}" dt="2026-01-12T07:06:27.558" v="62" actId="478"/>
          <ac:picMkLst>
            <pc:docMk/>
            <pc:sldMk cId="2674630905" sldId="260"/>
            <ac:picMk id="13" creationId="{E8BAFD26-1654-DF20-328E-D0F2CE4F473C}"/>
          </ac:picMkLst>
        </pc:picChg>
        <pc:picChg chg="del">
          <ac:chgData name="Ivy Li" userId="e5d6e31d-e508-4d5d-b95b-b5ccfc06586d" providerId="ADAL" clId="{7B8FAE07-B34C-56E0-A8A5-1BFBF33301DE}" dt="2026-01-12T07:06:28.060" v="63" actId="478"/>
          <ac:picMkLst>
            <pc:docMk/>
            <pc:sldMk cId="2674630905" sldId="260"/>
            <ac:picMk id="15" creationId="{4DDE1C32-E844-AED3-AF41-16249E44B383}"/>
          </ac:picMkLst>
        </pc:picChg>
        <pc:picChg chg="del">
          <ac:chgData name="Ivy Li" userId="e5d6e31d-e508-4d5d-b95b-b5ccfc06586d" providerId="ADAL" clId="{7B8FAE07-B34C-56E0-A8A5-1BFBF33301DE}" dt="2026-01-12T07:06:29.128" v="65" actId="478"/>
          <ac:picMkLst>
            <pc:docMk/>
            <pc:sldMk cId="2674630905" sldId="260"/>
            <ac:picMk id="17" creationId="{7522CC39-83D4-9C62-1AB3-7F208863B8A0}"/>
          </ac:picMkLst>
        </pc:picChg>
        <pc:picChg chg="del">
          <ac:chgData name="Ivy Li" userId="e5d6e31d-e508-4d5d-b95b-b5ccfc06586d" providerId="ADAL" clId="{7B8FAE07-B34C-56E0-A8A5-1BFBF33301DE}" dt="2026-01-12T07:06:33.374" v="69" actId="478"/>
          <ac:picMkLst>
            <pc:docMk/>
            <pc:sldMk cId="2674630905" sldId="260"/>
            <ac:picMk id="20" creationId="{84DFFA1F-0834-4AD8-2DCF-847F23F6F7E7}"/>
          </ac:picMkLst>
        </pc:picChg>
        <pc:picChg chg="del">
          <ac:chgData name="Ivy Li" userId="e5d6e31d-e508-4d5d-b95b-b5ccfc06586d" providerId="ADAL" clId="{7B8FAE07-B34C-56E0-A8A5-1BFBF33301DE}" dt="2026-01-12T07:06:34.616" v="71" actId="478"/>
          <ac:picMkLst>
            <pc:docMk/>
            <pc:sldMk cId="2674630905" sldId="260"/>
            <ac:picMk id="22" creationId="{4BE303B9-B8EA-A557-011D-E9092A84517D}"/>
          </ac:picMkLst>
        </pc:picChg>
        <pc:picChg chg="del">
          <ac:chgData name="Ivy Li" userId="e5d6e31d-e508-4d5d-b95b-b5ccfc06586d" providerId="ADAL" clId="{7B8FAE07-B34C-56E0-A8A5-1BFBF33301DE}" dt="2026-01-12T07:06:32.761" v="68" actId="478"/>
          <ac:picMkLst>
            <pc:docMk/>
            <pc:sldMk cId="2674630905" sldId="260"/>
            <ac:picMk id="24" creationId="{96BCCB91-C458-6801-790A-EC34C17F3940}"/>
          </ac:picMkLst>
        </pc:picChg>
        <pc:picChg chg="del">
          <ac:chgData name="Ivy Li" userId="e5d6e31d-e508-4d5d-b95b-b5ccfc06586d" providerId="ADAL" clId="{7B8FAE07-B34C-56E0-A8A5-1BFBF33301DE}" dt="2026-01-12T07:06:35.731" v="73" actId="478"/>
          <ac:picMkLst>
            <pc:docMk/>
            <pc:sldMk cId="2674630905" sldId="260"/>
            <ac:picMk id="26" creationId="{495DC5AE-3597-D1E7-0BEC-B7407BC317C2}"/>
          </ac:picMkLst>
        </pc:picChg>
        <pc:picChg chg="del">
          <ac:chgData name="Ivy Li" userId="e5d6e31d-e508-4d5d-b95b-b5ccfc06586d" providerId="ADAL" clId="{7B8FAE07-B34C-56E0-A8A5-1BFBF33301DE}" dt="2026-01-12T07:06:27.019" v="61" actId="478"/>
          <ac:picMkLst>
            <pc:docMk/>
            <pc:sldMk cId="2674630905" sldId="260"/>
            <ac:picMk id="28" creationId="{447908DF-2C2C-ACBC-1282-DAED818E8790}"/>
          </ac:picMkLst>
        </pc:picChg>
        <pc:picChg chg="del">
          <ac:chgData name="Ivy Li" userId="e5d6e31d-e508-4d5d-b95b-b5ccfc06586d" providerId="ADAL" clId="{7B8FAE07-B34C-56E0-A8A5-1BFBF33301DE}" dt="2026-01-12T07:06:28.628" v="64" actId="478"/>
          <ac:picMkLst>
            <pc:docMk/>
            <pc:sldMk cId="2674630905" sldId="260"/>
            <ac:picMk id="30" creationId="{4BC188EF-EABF-D6E1-372C-505A6DC2E172}"/>
          </ac:picMkLst>
        </pc:picChg>
        <pc:picChg chg="del">
          <ac:chgData name="Ivy Li" userId="e5d6e31d-e508-4d5d-b95b-b5ccfc06586d" providerId="ADAL" clId="{7B8FAE07-B34C-56E0-A8A5-1BFBF33301DE}" dt="2026-01-12T07:06:31.612" v="66" actId="478"/>
          <ac:picMkLst>
            <pc:docMk/>
            <pc:sldMk cId="2674630905" sldId="260"/>
            <ac:picMk id="32" creationId="{17DD219B-1A46-76B3-3121-C70AAB478A16}"/>
          </ac:picMkLst>
        </pc:picChg>
        <pc:picChg chg="del">
          <ac:chgData name="Ivy Li" userId="e5d6e31d-e508-4d5d-b95b-b5ccfc06586d" providerId="ADAL" clId="{7B8FAE07-B34C-56E0-A8A5-1BFBF33301DE}" dt="2026-01-12T07:06:32.222" v="67" actId="478"/>
          <ac:picMkLst>
            <pc:docMk/>
            <pc:sldMk cId="2674630905" sldId="260"/>
            <ac:picMk id="34" creationId="{80B8B89A-B6DD-7BA4-7DE9-C9AE3B659E1E}"/>
          </ac:picMkLst>
        </pc:picChg>
        <pc:picChg chg="del">
          <ac:chgData name="Ivy Li" userId="e5d6e31d-e508-4d5d-b95b-b5ccfc06586d" providerId="ADAL" clId="{7B8FAE07-B34C-56E0-A8A5-1BFBF33301DE}" dt="2026-01-12T07:06:34.047" v="70" actId="478"/>
          <ac:picMkLst>
            <pc:docMk/>
            <pc:sldMk cId="2674630905" sldId="260"/>
            <ac:picMk id="36" creationId="{50A5A858-B185-1B55-6C59-CF870923E757}"/>
          </ac:picMkLst>
        </pc:picChg>
        <pc:picChg chg="del">
          <ac:chgData name="Ivy Li" userId="e5d6e31d-e508-4d5d-b95b-b5ccfc06586d" providerId="ADAL" clId="{7B8FAE07-B34C-56E0-A8A5-1BFBF33301DE}" dt="2026-01-12T07:06:35.122" v="72" actId="478"/>
          <ac:picMkLst>
            <pc:docMk/>
            <pc:sldMk cId="2674630905" sldId="260"/>
            <ac:picMk id="38" creationId="{9D23233A-FFE0-876A-D6BC-346623C87384}"/>
          </ac:picMkLst>
        </pc:picChg>
        <pc:picChg chg="del">
          <ac:chgData name="Ivy Li" userId="e5d6e31d-e508-4d5d-b95b-b5ccfc06586d" providerId="ADAL" clId="{7B8FAE07-B34C-56E0-A8A5-1BFBF33301DE}" dt="2026-01-12T07:06:36.485" v="74" actId="478"/>
          <ac:picMkLst>
            <pc:docMk/>
            <pc:sldMk cId="2674630905" sldId="260"/>
            <ac:picMk id="40" creationId="{45F19775-FEF5-0DA9-A6D9-4F7587F927E2}"/>
          </ac:picMkLst>
        </pc:picChg>
        <pc:picChg chg="del">
          <ac:chgData name="Ivy Li" userId="e5d6e31d-e508-4d5d-b95b-b5ccfc06586d" providerId="ADAL" clId="{7B8FAE07-B34C-56E0-A8A5-1BFBF33301DE}" dt="2026-01-12T07:06:26.482" v="60" actId="478"/>
          <ac:picMkLst>
            <pc:docMk/>
            <pc:sldMk cId="2674630905" sldId="260"/>
            <ac:picMk id="42" creationId="{15525D2C-57BD-B429-A040-BF60E977FCE9}"/>
          </ac:picMkLst>
        </pc:picChg>
        <pc:picChg chg="del">
          <ac:chgData name="Ivy Li" userId="e5d6e31d-e508-4d5d-b95b-b5ccfc06586d" providerId="ADAL" clId="{7B8FAE07-B34C-56E0-A8A5-1BFBF33301DE}" dt="2026-01-12T07:06:26.025" v="59" actId="478"/>
          <ac:picMkLst>
            <pc:docMk/>
            <pc:sldMk cId="2674630905" sldId="260"/>
            <ac:picMk id="44" creationId="{BA4F779D-FEFB-AAC2-22DD-A11A1BD3EDB1}"/>
          </ac:picMkLst>
        </pc:picChg>
        <pc:picChg chg="del">
          <ac:chgData name="Ivy Li" userId="e5d6e31d-e508-4d5d-b95b-b5ccfc06586d" providerId="ADAL" clId="{7B8FAE07-B34C-56E0-A8A5-1BFBF33301DE}" dt="2026-01-12T07:06:24.251" v="58" actId="478"/>
          <ac:picMkLst>
            <pc:docMk/>
            <pc:sldMk cId="2674630905" sldId="260"/>
            <ac:picMk id="46" creationId="{75293806-8B88-BEDB-E8DD-F42C2064E17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3D7E0-1EDE-BC73-8915-116B4A21CA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9F8458-AE65-3D93-2821-D9EA5358CE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6220D0-26FB-7479-4E59-D9975566D8FE}"/>
              </a:ext>
            </a:extLst>
          </p:cNvPr>
          <p:cNvSpPr>
            <a:spLocks noGrp="1"/>
          </p:cNvSpPr>
          <p:nvPr>
            <p:ph type="dt" sz="half" idx="10"/>
          </p:nvPr>
        </p:nvSpPr>
        <p:spPr/>
        <p:txBody>
          <a:bodyPr/>
          <a:lstStyle/>
          <a:p>
            <a:fld id="{1A0B9FAD-56B0-4E2C-A431-9EBA03B2CDB0}" type="datetimeFigureOut">
              <a:rPr lang="en-US" smtClean="0"/>
              <a:t>1/13/26</a:t>
            </a:fld>
            <a:endParaRPr lang="en-US"/>
          </a:p>
        </p:txBody>
      </p:sp>
      <p:sp>
        <p:nvSpPr>
          <p:cNvPr id="5" name="Footer Placeholder 4">
            <a:extLst>
              <a:ext uri="{FF2B5EF4-FFF2-40B4-BE49-F238E27FC236}">
                <a16:creationId xmlns:a16="http://schemas.microsoft.com/office/drawing/2014/main" id="{589E89E1-8FE3-69C9-222F-13D9E1E47B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9ACB12-97BD-6AEE-F411-681EFAA9BD0F}"/>
              </a:ext>
            </a:extLst>
          </p:cNvPr>
          <p:cNvSpPr>
            <a:spLocks noGrp="1"/>
          </p:cNvSpPr>
          <p:nvPr>
            <p:ph type="sldNum" sz="quarter" idx="12"/>
          </p:nvPr>
        </p:nvSpPr>
        <p:spPr/>
        <p:txBody>
          <a:bodyPr/>
          <a:lstStyle/>
          <a:p>
            <a:fld id="{6BFAB8B2-432A-4008-A29D-4CCDF8980EFD}" type="slidenum">
              <a:rPr lang="en-US" smtClean="0"/>
              <a:t>‹#›</a:t>
            </a:fld>
            <a:endParaRPr lang="en-US"/>
          </a:p>
        </p:txBody>
      </p:sp>
    </p:spTree>
    <p:extLst>
      <p:ext uri="{BB962C8B-B14F-4D97-AF65-F5344CB8AC3E}">
        <p14:creationId xmlns:p14="http://schemas.microsoft.com/office/powerpoint/2010/main" val="307672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5DFB2-8DC3-A3A0-1534-1DF7A9249A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E42630-D9DB-365C-67C5-832422A064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66050D-B168-94E8-9824-3A52875D4BDF}"/>
              </a:ext>
            </a:extLst>
          </p:cNvPr>
          <p:cNvSpPr>
            <a:spLocks noGrp="1"/>
          </p:cNvSpPr>
          <p:nvPr>
            <p:ph type="dt" sz="half" idx="10"/>
          </p:nvPr>
        </p:nvSpPr>
        <p:spPr/>
        <p:txBody>
          <a:bodyPr/>
          <a:lstStyle/>
          <a:p>
            <a:fld id="{1A0B9FAD-56B0-4E2C-A431-9EBA03B2CDB0}" type="datetimeFigureOut">
              <a:rPr lang="en-US" smtClean="0"/>
              <a:t>1/13/26</a:t>
            </a:fld>
            <a:endParaRPr lang="en-US"/>
          </a:p>
        </p:txBody>
      </p:sp>
      <p:sp>
        <p:nvSpPr>
          <p:cNvPr id="5" name="Footer Placeholder 4">
            <a:extLst>
              <a:ext uri="{FF2B5EF4-FFF2-40B4-BE49-F238E27FC236}">
                <a16:creationId xmlns:a16="http://schemas.microsoft.com/office/drawing/2014/main" id="{3FBB842F-FCCD-F091-C583-905E0BC97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558880-473E-3D29-96FD-8BCAA8A083FD}"/>
              </a:ext>
            </a:extLst>
          </p:cNvPr>
          <p:cNvSpPr>
            <a:spLocks noGrp="1"/>
          </p:cNvSpPr>
          <p:nvPr>
            <p:ph type="sldNum" sz="quarter" idx="12"/>
          </p:nvPr>
        </p:nvSpPr>
        <p:spPr/>
        <p:txBody>
          <a:bodyPr/>
          <a:lstStyle/>
          <a:p>
            <a:fld id="{6BFAB8B2-432A-4008-A29D-4CCDF8980EFD}" type="slidenum">
              <a:rPr lang="en-US" smtClean="0"/>
              <a:t>‹#›</a:t>
            </a:fld>
            <a:endParaRPr lang="en-US"/>
          </a:p>
        </p:txBody>
      </p:sp>
    </p:spTree>
    <p:extLst>
      <p:ext uri="{BB962C8B-B14F-4D97-AF65-F5344CB8AC3E}">
        <p14:creationId xmlns:p14="http://schemas.microsoft.com/office/powerpoint/2010/main" val="1227595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BD67F-2B52-75DD-00EE-E14B839686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4B7441-7773-126B-5E2F-79CCA93354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58641B-F0A6-C92B-C482-AD0DE8C14E4C}"/>
              </a:ext>
            </a:extLst>
          </p:cNvPr>
          <p:cNvSpPr>
            <a:spLocks noGrp="1"/>
          </p:cNvSpPr>
          <p:nvPr>
            <p:ph type="dt" sz="half" idx="10"/>
          </p:nvPr>
        </p:nvSpPr>
        <p:spPr/>
        <p:txBody>
          <a:bodyPr/>
          <a:lstStyle/>
          <a:p>
            <a:fld id="{1A0B9FAD-56B0-4E2C-A431-9EBA03B2CDB0}" type="datetimeFigureOut">
              <a:rPr lang="en-US" smtClean="0"/>
              <a:t>1/13/26</a:t>
            </a:fld>
            <a:endParaRPr lang="en-US"/>
          </a:p>
        </p:txBody>
      </p:sp>
      <p:sp>
        <p:nvSpPr>
          <p:cNvPr id="5" name="Footer Placeholder 4">
            <a:extLst>
              <a:ext uri="{FF2B5EF4-FFF2-40B4-BE49-F238E27FC236}">
                <a16:creationId xmlns:a16="http://schemas.microsoft.com/office/drawing/2014/main" id="{425E1557-5F12-2430-1412-8DEF3CBFA4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48C617-86E8-1AAF-D0A5-8DBDCE5AB38A}"/>
              </a:ext>
            </a:extLst>
          </p:cNvPr>
          <p:cNvSpPr>
            <a:spLocks noGrp="1"/>
          </p:cNvSpPr>
          <p:nvPr>
            <p:ph type="sldNum" sz="quarter" idx="12"/>
          </p:nvPr>
        </p:nvSpPr>
        <p:spPr/>
        <p:txBody>
          <a:bodyPr/>
          <a:lstStyle/>
          <a:p>
            <a:fld id="{6BFAB8B2-432A-4008-A29D-4CCDF8980EFD}" type="slidenum">
              <a:rPr lang="en-US" smtClean="0"/>
              <a:t>‹#›</a:t>
            </a:fld>
            <a:endParaRPr lang="en-US"/>
          </a:p>
        </p:txBody>
      </p:sp>
    </p:spTree>
    <p:extLst>
      <p:ext uri="{BB962C8B-B14F-4D97-AF65-F5344CB8AC3E}">
        <p14:creationId xmlns:p14="http://schemas.microsoft.com/office/powerpoint/2010/main" val="2774078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3B0AF-DD28-E48E-B5FA-98DBA75D3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65AC35-B09C-9818-EF0E-8325CF862D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2BE399-0008-83C5-26EA-2DC0B65D26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06A2C3-6D77-EB54-497E-2A0FD3203D3D}"/>
              </a:ext>
            </a:extLst>
          </p:cNvPr>
          <p:cNvSpPr>
            <a:spLocks noGrp="1"/>
          </p:cNvSpPr>
          <p:nvPr>
            <p:ph type="dt" sz="half" idx="10"/>
          </p:nvPr>
        </p:nvSpPr>
        <p:spPr/>
        <p:txBody>
          <a:bodyPr/>
          <a:lstStyle/>
          <a:p>
            <a:fld id="{1A0B9FAD-56B0-4E2C-A431-9EBA03B2CDB0}" type="datetimeFigureOut">
              <a:rPr lang="en-US" smtClean="0"/>
              <a:t>1/13/26</a:t>
            </a:fld>
            <a:endParaRPr lang="en-US"/>
          </a:p>
        </p:txBody>
      </p:sp>
      <p:sp>
        <p:nvSpPr>
          <p:cNvPr id="6" name="Footer Placeholder 5">
            <a:extLst>
              <a:ext uri="{FF2B5EF4-FFF2-40B4-BE49-F238E27FC236}">
                <a16:creationId xmlns:a16="http://schemas.microsoft.com/office/drawing/2014/main" id="{D8C4D715-ADAD-E4B2-DD7F-81EBCB93C4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2E54F1-8245-5292-419A-5EEBA9FB0298}"/>
              </a:ext>
            </a:extLst>
          </p:cNvPr>
          <p:cNvSpPr>
            <a:spLocks noGrp="1"/>
          </p:cNvSpPr>
          <p:nvPr>
            <p:ph type="sldNum" sz="quarter" idx="12"/>
          </p:nvPr>
        </p:nvSpPr>
        <p:spPr/>
        <p:txBody>
          <a:bodyPr/>
          <a:lstStyle/>
          <a:p>
            <a:fld id="{6BFAB8B2-432A-4008-A29D-4CCDF8980EFD}" type="slidenum">
              <a:rPr lang="en-US" smtClean="0"/>
              <a:t>‹#›</a:t>
            </a:fld>
            <a:endParaRPr lang="en-US"/>
          </a:p>
        </p:txBody>
      </p:sp>
    </p:spTree>
    <p:extLst>
      <p:ext uri="{BB962C8B-B14F-4D97-AF65-F5344CB8AC3E}">
        <p14:creationId xmlns:p14="http://schemas.microsoft.com/office/powerpoint/2010/main" val="939060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62177-5E68-5D3B-5360-5E59B17A28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0ACCD3-48D9-79DA-45D2-09B3BEBB2C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5797D5-F1EB-EE3B-65E5-832107E07D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D99DF75-B32A-9480-004E-8671BF7EC1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4A3454-2188-701F-24C5-3000605E13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7FEC60-D553-8E42-C799-944F978B9EDE}"/>
              </a:ext>
            </a:extLst>
          </p:cNvPr>
          <p:cNvSpPr>
            <a:spLocks noGrp="1"/>
          </p:cNvSpPr>
          <p:nvPr>
            <p:ph type="dt" sz="half" idx="10"/>
          </p:nvPr>
        </p:nvSpPr>
        <p:spPr/>
        <p:txBody>
          <a:bodyPr/>
          <a:lstStyle/>
          <a:p>
            <a:fld id="{1A0B9FAD-56B0-4E2C-A431-9EBA03B2CDB0}" type="datetimeFigureOut">
              <a:rPr lang="en-US" smtClean="0"/>
              <a:t>1/13/26</a:t>
            </a:fld>
            <a:endParaRPr lang="en-US"/>
          </a:p>
        </p:txBody>
      </p:sp>
      <p:sp>
        <p:nvSpPr>
          <p:cNvPr id="8" name="Footer Placeholder 7">
            <a:extLst>
              <a:ext uri="{FF2B5EF4-FFF2-40B4-BE49-F238E27FC236}">
                <a16:creationId xmlns:a16="http://schemas.microsoft.com/office/drawing/2014/main" id="{33D45733-7A14-FFA3-594D-4D2796C4DE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CF36F6B-BC1C-EBF9-CB1D-1ED8C756ADB7}"/>
              </a:ext>
            </a:extLst>
          </p:cNvPr>
          <p:cNvSpPr>
            <a:spLocks noGrp="1"/>
          </p:cNvSpPr>
          <p:nvPr>
            <p:ph type="sldNum" sz="quarter" idx="12"/>
          </p:nvPr>
        </p:nvSpPr>
        <p:spPr/>
        <p:txBody>
          <a:bodyPr/>
          <a:lstStyle/>
          <a:p>
            <a:fld id="{6BFAB8B2-432A-4008-A29D-4CCDF8980EFD}" type="slidenum">
              <a:rPr lang="en-US" smtClean="0"/>
              <a:t>‹#›</a:t>
            </a:fld>
            <a:endParaRPr lang="en-US"/>
          </a:p>
        </p:txBody>
      </p:sp>
    </p:spTree>
    <p:extLst>
      <p:ext uri="{BB962C8B-B14F-4D97-AF65-F5344CB8AC3E}">
        <p14:creationId xmlns:p14="http://schemas.microsoft.com/office/powerpoint/2010/main" val="3346462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96483-A402-4E35-E50F-D37DCB36AE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85FC25-8F13-33F2-19F7-A0526E2F09B4}"/>
              </a:ext>
            </a:extLst>
          </p:cNvPr>
          <p:cNvSpPr>
            <a:spLocks noGrp="1"/>
          </p:cNvSpPr>
          <p:nvPr>
            <p:ph type="dt" sz="half" idx="10"/>
          </p:nvPr>
        </p:nvSpPr>
        <p:spPr/>
        <p:txBody>
          <a:bodyPr/>
          <a:lstStyle/>
          <a:p>
            <a:fld id="{1A0B9FAD-56B0-4E2C-A431-9EBA03B2CDB0}" type="datetimeFigureOut">
              <a:rPr lang="en-US" smtClean="0"/>
              <a:t>1/13/26</a:t>
            </a:fld>
            <a:endParaRPr lang="en-US"/>
          </a:p>
        </p:txBody>
      </p:sp>
      <p:sp>
        <p:nvSpPr>
          <p:cNvPr id="4" name="Footer Placeholder 3">
            <a:extLst>
              <a:ext uri="{FF2B5EF4-FFF2-40B4-BE49-F238E27FC236}">
                <a16:creationId xmlns:a16="http://schemas.microsoft.com/office/drawing/2014/main" id="{C182E035-AFC6-77CF-C5A1-8BE9DE196F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5C856C-91FD-9196-189B-B4574D44D01C}"/>
              </a:ext>
            </a:extLst>
          </p:cNvPr>
          <p:cNvSpPr>
            <a:spLocks noGrp="1"/>
          </p:cNvSpPr>
          <p:nvPr>
            <p:ph type="sldNum" sz="quarter" idx="12"/>
          </p:nvPr>
        </p:nvSpPr>
        <p:spPr/>
        <p:txBody>
          <a:bodyPr/>
          <a:lstStyle/>
          <a:p>
            <a:fld id="{6BFAB8B2-432A-4008-A29D-4CCDF8980EFD}" type="slidenum">
              <a:rPr lang="en-US" smtClean="0"/>
              <a:t>‹#›</a:t>
            </a:fld>
            <a:endParaRPr lang="en-US"/>
          </a:p>
        </p:txBody>
      </p:sp>
    </p:spTree>
    <p:extLst>
      <p:ext uri="{BB962C8B-B14F-4D97-AF65-F5344CB8AC3E}">
        <p14:creationId xmlns:p14="http://schemas.microsoft.com/office/powerpoint/2010/main" val="2806840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05638D-C880-597A-DABD-A2680BDF0270}"/>
              </a:ext>
            </a:extLst>
          </p:cNvPr>
          <p:cNvSpPr>
            <a:spLocks noGrp="1"/>
          </p:cNvSpPr>
          <p:nvPr>
            <p:ph type="dt" sz="half" idx="10"/>
          </p:nvPr>
        </p:nvSpPr>
        <p:spPr/>
        <p:txBody>
          <a:bodyPr/>
          <a:lstStyle/>
          <a:p>
            <a:fld id="{1A0B9FAD-56B0-4E2C-A431-9EBA03B2CDB0}" type="datetimeFigureOut">
              <a:rPr lang="en-US" smtClean="0"/>
              <a:t>1/13/26</a:t>
            </a:fld>
            <a:endParaRPr lang="en-US"/>
          </a:p>
        </p:txBody>
      </p:sp>
      <p:sp>
        <p:nvSpPr>
          <p:cNvPr id="3" name="Footer Placeholder 2">
            <a:extLst>
              <a:ext uri="{FF2B5EF4-FFF2-40B4-BE49-F238E27FC236}">
                <a16:creationId xmlns:a16="http://schemas.microsoft.com/office/drawing/2014/main" id="{5E9745EA-73E6-BD3F-9EAB-69707625F0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6CB5FE-182F-8771-8DE0-8FA30F2F592B}"/>
              </a:ext>
            </a:extLst>
          </p:cNvPr>
          <p:cNvSpPr>
            <a:spLocks noGrp="1"/>
          </p:cNvSpPr>
          <p:nvPr>
            <p:ph type="sldNum" sz="quarter" idx="12"/>
          </p:nvPr>
        </p:nvSpPr>
        <p:spPr/>
        <p:txBody>
          <a:bodyPr/>
          <a:lstStyle/>
          <a:p>
            <a:fld id="{6BFAB8B2-432A-4008-A29D-4CCDF8980EFD}" type="slidenum">
              <a:rPr lang="en-US" smtClean="0"/>
              <a:t>‹#›</a:t>
            </a:fld>
            <a:endParaRPr lang="en-US"/>
          </a:p>
        </p:txBody>
      </p:sp>
    </p:spTree>
    <p:extLst>
      <p:ext uri="{BB962C8B-B14F-4D97-AF65-F5344CB8AC3E}">
        <p14:creationId xmlns:p14="http://schemas.microsoft.com/office/powerpoint/2010/main" val="3869785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CA573-B8C5-A555-4D90-D34511D7F5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FA8E2B-BDC2-0CFB-175A-C84CF77671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8A9E2F-21CD-0FC8-A575-9FAA60F795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3FA668-FC98-C95A-5F6D-9EF9E30C58A6}"/>
              </a:ext>
            </a:extLst>
          </p:cNvPr>
          <p:cNvSpPr>
            <a:spLocks noGrp="1"/>
          </p:cNvSpPr>
          <p:nvPr>
            <p:ph type="dt" sz="half" idx="10"/>
          </p:nvPr>
        </p:nvSpPr>
        <p:spPr/>
        <p:txBody>
          <a:bodyPr/>
          <a:lstStyle/>
          <a:p>
            <a:fld id="{1A0B9FAD-56B0-4E2C-A431-9EBA03B2CDB0}" type="datetimeFigureOut">
              <a:rPr lang="en-US" smtClean="0"/>
              <a:t>1/13/26</a:t>
            </a:fld>
            <a:endParaRPr lang="en-US"/>
          </a:p>
        </p:txBody>
      </p:sp>
      <p:sp>
        <p:nvSpPr>
          <p:cNvPr id="6" name="Footer Placeholder 5">
            <a:extLst>
              <a:ext uri="{FF2B5EF4-FFF2-40B4-BE49-F238E27FC236}">
                <a16:creationId xmlns:a16="http://schemas.microsoft.com/office/drawing/2014/main" id="{FEC52D1E-AF13-9B46-7D51-18ED1B8552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C3D2DB-5553-47D6-C455-55859C191F70}"/>
              </a:ext>
            </a:extLst>
          </p:cNvPr>
          <p:cNvSpPr>
            <a:spLocks noGrp="1"/>
          </p:cNvSpPr>
          <p:nvPr>
            <p:ph type="sldNum" sz="quarter" idx="12"/>
          </p:nvPr>
        </p:nvSpPr>
        <p:spPr/>
        <p:txBody>
          <a:bodyPr/>
          <a:lstStyle/>
          <a:p>
            <a:fld id="{6BFAB8B2-432A-4008-A29D-4CCDF8980EFD}" type="slidenum">
              <a:rPr lang="en-US" smtClean="0"/>
              <a:t>‹#›</a:t>
            </a:fld>
            <a:endParaRPr lang="en-US"/>
          </a:p>
        </p:txBody>
      </p:sp>
    </p:spTree>
    <p:extLst>
      <p:ext uri="{BB962C8B-B14F-4D97-AF65-F5344CB8AC3E}">
        <p14:creationId xmlns:p14="http://schemas.microsoft.com/office/powerpoint/2010/main" val="1574906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AC207-A268-DC8C-0E4D-3A1C6139EA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30784E-9947-D799-2F20-FAE4F67980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137BD6-C399-F9FE-88AC-8A9AE826E5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C44E3A-9AEC-B52C-2122-390C2C96A9DF}"/>
              </a:ext>
            </a:extLst>
          </p:cNvPr>
          <p:cNvSpPr>
            <a:spLocks noGrp="1"/>
          </p:cNvSpPr>
          <p:nvPr>
            <p:ph type="dt" sz="half" idx="10"/>
          </p:nvPr>
        </p:nvSpPr>
        <p:spPr/>
        <p:txBody>
          <a:bodyPr/>
          <a:lstStyle/>
          <a:p>
            <a:fld id="{1A0B9FAD-56B0-4E2C-A431-9EBA03B2CDB0}" type="datetimeFigureOut">
              <a:rPr lang="en-US" smtClean="0"/>
              <a:t>1/13/26</a:t>
            </a:fld>
            <a:endParaRPr lang="en-US"/>
          </a:p>
        </p:txBody>
      </p:sp>
      <p:sp>
        <p:nvSpPr>
          <p:cNvPr id="6" name="Footer Placeholder 5">
            <a:extLst>
              <a:ext uri="{FF2B5EF4-FFF2-40B4-BE49-F238E27FC236}">
                <a16:creationId xmlns:a16="http://schemas.microsoft.com/office/drawing/2014/main" id="{14B3C376-5583-B28A-4A8D-44A4DACA8F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690602-CD71-DD31-60B8-78CC6E730DFA}"/>
              </a:ext>
            </a:extLst>
          </p:cNvPr>
          <p:cNvSpPr>
            <a:spLocks noGrp="1"/>
          </p:cNvSpPr>
          <p:nvPr>
            <p:ph type="sldNum" sz="quarter" idx="12"/>
          </p:nvPr>
        </p:nvSpPr>
        <p:spPr/>
        <p:txBody>
          <a:bodyPr/>
          <a:lstStyle/>
          <a:p>
            <a:fld id="{6BFAB8B2-432A-4008-A29D-4CCDF8980EFD}" type="slidenum">
              <a:rPr lang="en-US" smtClean="0"/>
              <a:t>‹#›</a:t>
            </a:fld>
            <a:endParaRPr lang="en-US"/>
          </a:p>
        </p:txBody>
      </p:sp>
    </p:spTree>
    <p:extLst>
      <p:ext uri="{BB962C8B-B14F-4D97-AF65-F5344CB8AC3E}">
        <p14:creationId xmlns:p14="http://schemas.microsoft.com/office/powerpoint/2010/main" val="2161831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FEF7E-6F9F-77D6-D8D5-2454A91B1C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80E113-C059-B4F2-AD0C-98E4E3D3E8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F7E907-1518-91F8-698D-037679BB1385}"/>
              </a:ext>
            </a:extLst>
          </p:cNvPr>
          <p:cNvSpPr>
            <a:spLocks noGrp="1"/>
          </p:cNvSpPr>
          <p:nvPr>
            <p:ph type="dt" sz="half" idx="10"/>
          </p:nvPr>
        </p:nvSpPr>
        <p:spPr/>
        <p:txBody>
          <a:bodyPr/>
          <a:lstStyle/>
          <a:p>
            <a:fld id="{1A0B9FAD-56B0-4E2C-A431-9EBA03B2CDB0}" type="datetimeFigureOut">
              <a:rPr lang="en-US" smtClean="0"/>
              <a:t>1/13/26</a:t>
            </a:fld>
            <a:endParaRPr lang="en-US"/>
          </a:p>
        </p:txBody>
      </p:sp>
      <p:sp>
        <p:nvSpPr>
          <p:cNvPr id="5" name="Footer Placeholder 4">
            <a:extLst>
              <a:ext uri="{FF2B5EF4-FFF2-40B4-BE49-F238E27FC236}">
                <a16:creationId xmlns:a16="http://schemas.microsoft.com/office/drawing/2014/main" id="{C8013363-C1A0-9076-3D8D-E9A4F8FB3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32207B-2136-9D1C-3090-CFC0C576983D}"/>
              </a:ext>
            </a:extLst>
          </p:cNvPr>
          <p:cNvSpPr>
            <a:spLocks noGrp="1"/>
          </p:cNvSpPr>
          <p:nvPr>
            <p:ph type="sldNum" sz="quarter" idx="12"/>
          </p:nvPr>
        </p:nvSpPr>
        <p:spPr/>
        <p:txBody>
          <a:bodyPr/>
          <a:lstStyle/>
          <a:p>
            <a:fld id="{6BFAB8B2-432A-4008-A29D-4CCDF8980EFD}" type="slidenum">
              <a:rPr lang="en-US" smtClean="0"/>
              <a:t>‹#›</a:t>
            </a:fld>
            <a:endParaRPr lang="en-US"/>
          </a:p>
        </p:txBody>
      </p:sp>
    </p:spTree>
    <p:extLst>
      <p:ext uri="{BB962C8B-B14F-4D97-AF65-F5344CB8AC3E}">
        <p14:creationId xmlns:p14="http://schemas.microsoft.com/office/powerpoint/2010/main" val="1282545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0B4F46-A7AE-15CA-47E3-5FDA96B290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8DF621-C49F-8021-EF91-C1ABF7C02B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87E065-237B-22E7-6F4D-B779EDC38E8E}"/>
              </a:ext>
            </a:extLst>
          </p:cNvPr>
          <p:cNvSpPr>
            <a:spLocks noGrp="1"/>
          </p:cNvSpPr>
          <p:nvPr>
            <p:ph type="dt" sz="half" idx="10"/>
          </p:nvPr>
        </p:nvSpPr>
        <p:spPr/>
        <p:txBody>
          <a:bodyPr/>
          <a:lstStyle/>
          <a:p>
            <a:fld id="{1A0B9FAD-56B0-4E2C-A431-9EBA03B2CDB0}" type="datetimeFigureOut">
              <a:rPr lang="en-US" smtClean="0"/>
              <a:t>1/13/26</a:t>
            </a:fld>
            <a:endParaRPr lang="en-US"/>
          </a:p>
        </p:txBody>
      </p:sp>
      <p:sp>
        <p:nvSpPr>
          <p:cNvPr id="5" name="Footer Placeholder 4">
            <a:extLst>
              <a:ext uri="{FF2B5EF4-FFF2-40B4-BE49-F238E27FC236}">
                <a16:creationId xmlns:a16="http://schemas.microsoft.com/office/drawing/2014/main" id="{96AA33C8-4730-55DE-969D-96B06FC10F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99496D-7442-9FFC-2AAD-6581B2ED3635}"/>
              </a:ext>
            </a:extLst>
          </p:cNvPr>
          <p:cNvSpPr>
            <a:spLocks noGrp="1"/>
          </p:cNvSpPr>
          <p:nvPr>
            <p:ph type="sldNum" sz="quarter" idx="12"/>
          </p:nvPr>
        </p:nvSpPr>
        <p:spPr/>
        <p:txBody>
          <a:bodyPr/>
          <a:lstStyle/>
          <a:p>
            <a:fld id="{6BFAB8B2-432A-4008-A29D-4CCDF8980EFD}" type="slidenum">
              <a:rPr lang="en-US" smtClean="0"/>
              <a:t>‹#›</a:t>
            </a:fld>
            <a:endParaRPr lang="en-US"/>
          </a:p>
        </p:txBody>
      </p:sp>
    </p:spTree>
    <p:extLst>
      <p:ext uri="{BB962C8B-B14F-4D97-AF65-F5344CB8AC3E}">
        <p14:creationId xmlns:p14="http://schemas.microsoft.com/office/powerpoint/2010/main" val="4815503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ase Study-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Title 1">
            <a:extLst>
              <a:ext uri="{FF2B5EF4-FFF2-40B4-BE49-F238E27FC236}">
                <a16:creationId xmlns:a16="http://schemas.microsoft.com/office/drawing/2014/main" id="{E4955F73-BCD8-4858-BDA2-D30A6DDD9E2F}"/>
              </a:ext>
            </a:extLst>
          </p:cNvPr>
          <p:cNvSpPr>
            <a:spLocks noGrp="1"/>
          </p:cNvSpPr>
          <p:nvPr>
            <p:ph type="title"/>
          </p:nvPr>
        </p:nvSpPr>
        <p:spPr>
          <a:xfrm>
            <a:off x="457200" y="925689"/>
            <a:ext cx="4797425" cy="338554"/>
          </a:xfrm>
        </p:spPr>
        <p:txBody>
          <a:bodyPr>
            <a:spAutoFit/>
          </a:bodyPr>
          <a:lstStyle>
            <a:lvl1pPr>
              <a:defRPr b="1">
                <a:latin typeface="+mn-lt"/>
              </a:defRPr>
            </a:lvl1pPr>
          </a:lstStyle>
          <a:p>
            <a:r>
              <a:rPr lang="en-US"/>
              <a:t>Click to edit Master title style</a:t>
            </a:r>
          </a:p>
        </p:txBody>
      </p:sp>
      <p:sp>
        <p:nvSpPr>
          <p:cNvPr id="7" name="TextBox 6">
            <a:extLst>
              <a:ext uri="{FF2B5EF4-FFF2-40B4-BE49-F238E27FC236}">
                <a16:creationId xmlns:a16="http://schemas.microsoft.com/office/drawing/2014/main" id="{36DB3700-A2AA-CC46-AB06-739575CE1198}"/>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8" name="Text Placeholder 3">
            <a:extLst>
              <a:ext uri="{FF2B5EF4-FFF2-40B4-BE49-F238E27FC236}">
                <a16:creationId xmlns:a16="http://schemas.microsoft.com/office/drawing/2014/main" id="{78F2DB0F-A762-9841-A4D7-8B6F3D5251E5}"/>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964562"/>
            <a:ext cx="3291840"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dirty="0"/>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3291840"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dirty="0"/>
              <a:t>Edit Master Text Styles</a:t>
            </a:r>
          </a:p>
        </p:txBody>
      </p:sp>
      <p:sp>
        <p:nvSpPr>
          <p:cNvPr id="11" name="Text Placeholder 10">
            <a:extLst>
              <a:ext uri="{FF2B5EF4-FFF2-40B4-BE49-F238E27FC236}">
                <a16:creationId xmlns:a16="http://schemas.microsoft.com/office/drawing/2014/main" id="{E59EA3FB-C095-0948-83CD-4F812F3CA45C}"/>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3993825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08B4AB-574D-EB10-4AB5-A856FD8C4D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9E0AD0-B4C8-6CC9-3FE8-A11DB08AB9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F505CA-9DEC-1C5D-D59F-2BD80C4C3D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0B9FAD-56B0-4E2C-A431-9EBA03B2CDB0}" type="datetimeFigureOut">
              <a:rPr lang="en-US" smtClean="0"/>
              <a:t>1/13/26</a:t>
            </a:fld>
            <a:endParaRPr lang="en-US"/>
          </a:p>
        </p:txBody>
      </p:sp>
      <p:sp>
        <p:nvSpPr>
          <p:cNvPr id="5" name="Footer Placeholder 4">
            <a:extLst>
              <a:ext uri="{FF2B5EF4-FFF2-40B4-BE49-F238E27FC236}">
                <a16:creationId xmlns:a16="http://schemas.microsoft.com/office/drawing/2014/main" id="{370C5C90-B58F-80F3-3D47-EBA8E7C271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241E5BA-5138-216C-7ACE-812237FD8C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FAB8B2-432A-4008-A29D-4CCDF8980EFD}" type="slidenum">
              <a:rPr lang="en-US" smtClean="0"/>
              <a:t>‹#›</a:t>
            </a:fld>
            <a:endParaRPr lang="en-US"/>
          </a:p>
        </p:txBody>
      </p:sp>
    </p:spTree>
    <p:extLst>
      <p:ext uri="{BB962C8B-B14F-4D97-AF65-F5344CB8AC3E}">
        <p14:creationId xmlns:p14="http://schemas.microsoft.com/office/powerpoint/2010/main" val="3674169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jpeg"/><Relationship Id="rId4"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257128-51BB-9C15-A5A0-7E0F2BA28061}"/>
              </a:ext>
            </a:extLst>
          </p:cNvPr>
          <p:cNvSpPr>
            <a:spLocks noGrp="1"/>
          </p:cNvSpPr>
          <p:nvPr>
            <p:ph type="title"/>
          </p:nvPr>
        </p:nvSpPr>
        <p:spPr>
          <a:xfrm>
            <a:off x="372533" y="715344"/>
            <a:ext cx="5237447" cy="759247"/>
          </a:xfrm>
        </p:spPr>
        <p:txBody>
          <a:bodyPr/>
          <a:lstStyle/>
          <a:p>
            <a:r>
              <a:rPr lang="en-US" sz="2400" dirty="0"/>
              <a:t>The Clinical Data Discrepancy Reporting System</a:t>
            </a:r>
          </a:p>
        </p:txBody>
      </p:sp>
      <p:sp>
        <p:nvSpPr>
          <p:cNvPr id="8" name="Text Placeholder 7">
            <a:extLst>
              <a:ext uri="{FF2B5EF4-FFF2-40B4-BE49-F238E27FC236}">
                <a16:creationId xmlns:a16="http://schemas.microsoft.com/office/drawing/2014/main" id="{529AB6E5-C8B5-4677-AB75-D7763309E14C}"/>
              </a:ext>
            </a:extLst>
          </p:cNvPr>
          <p:cNvSpPr>
            <a:spLocks noGrp="1"/>
          </p:cNvSpPr>
          <p:nvPr>
            <p:ph type="body" sz="quarter" idx="18"/>
          </p:nvPr>
        </p:nvSpPr>
        <p:spPr>
          <a:xfrm>
            <a:off x="6475292" y="4464281"/>
            <a:ext cx="699102" cy="221599"/>
          </a:xfrm>
        </p:spPr>
        <p:txBody>
          <a:bodyPr/>
          <a:lstStyle/>
          <a:p>
            <a:pPr marL="0" indent="0">
              <a:buNone/>
            </a:pPr>
            <a:r>
              <a:rPr lang="en-US" dirty="0">
                <a:solidFill>
                  <a:srgbClr val="222222"/>
                </a:solidFill>
                <a:latin typeface="Calibri"/>
                <a:ea typeface="+mn-ea"/>
                <a:cs typeface="+mn-cs"/>
              </a:rPr>
              <a:t>Results</a:t>
            </a:r>
          </a:p>
        </p:txBody>
      </p:sp>
      <p:sp>
        <p:nvSpPr>
          <p:cNvPr id="7" name="Shape 610">
            <a:extLst>
              <a:ext uri="{FF2B5EF4-FFF2-40B4-BE49-F238E27FC236}">
                <a16:creationId xmlns:a16="http://schemas.microsoft.com/office/drawing/2014/main" id="{70DD56D8-815C-44EC-BCA5-0E46868C05A3}"/>
              </a:ext>
            </a:extLst>
          </p:cNvPr>
          <p:cNvSpPr txBox="1">
            <a:spLocks/>
          </p:cNvSpPr>
          <p:nvPr>
            <p:custDataLst>
              <p:tags r:id="rId1"/>
            </p:custDataLst>
          </p:nvPr>
        </p:nvSpPr>
        <p:spPr>
          <a:xfrm>
            <a:off x="479264" y="4302631"/>
            <a:ext cx="5322822" cy="2062103"/>
          </a:xfrm>
          <a:prstGeom prst="rect">
            <a:avLst/>
          </a:prstGeom>
          <a:ln w="12700">
            <a:miter lim="400000"/>
          </a:ln>
          <a:extLst>
            <a:ext uri="{C572A759-6A51-4108-AA02-DFA0A04FC94B}">
              <ma14:wrappingTextBoxFlag xmlns:a16="http://schemas.microsoft.com/office/drawing/2014/main" xmlns:a14="http://schemas.microsoft.com/office/drawing/2010/main" xmlns:p14="http://schemas.microsoft.com/office/powerpoint/2010/main" xmlns:ma14="http://schemas.microsoft.com/office/mac/drawingml/2011/main" xmlns="" val="1"/>
            </a:ext>
          </a:extLst>
        </p:spPr>
        <p:txBody>
          <a:bodyPr wrap="square" lIns="0" tIns="0" rIns="0" bIns="0" anchor="t">
            <a:spAutoFit/>
          </a:bodyPr>
          <a:lstStyle>
            <a:lvl1pPr marL="243834" indent="-243834" algn="l" defTabSz="1219170" rtl="0" eaLnBrk="1" latinLnBrk="0" hangingPunct="1">
              <a:buClr>
                <a:schemeClr val="accent2"/>
              </a:buClr>
              <a:buFont typeface="Arial" panose="020B0604020202020204" pitchFamily="34" charset="0"/>
              <a:buChar char="•"/>
            </a:lvl1pPr>
            <a:lvl2pPr marL="243834" indent="-243834" algn="l" defTabSz="1219170" rtl="0" eaLnBrk="1" latinLnBrk="0" hangingPunct="1">
              <a:buClr>
                <a:schemeClr val="accent2"/>
              </a:buClr>
              <a:buFont typeface="Arial" panose="020B0604020202020204" pitchFamily="34" charset="0"/>
              <a:buChar char="•"/>
            </a:lvl2pPr>
            <a:lvl3pPr marL="457189" indent="-220128" algn="l" defTabSz="1219170" rtl="0" eaLnBrk="1" latinLnBrk="0" hangingPunct="1">
              <a:buClr>
                <a:schemeClr val="tx2"/>
              </a:buClr>
              <a:buFont typeface="Calibri" panose="020F0502020204030204" pitchFamily="34" charset="0"/>
              <a:buChar char="-"/>
            </a:lvl3pPr>
            <a:lvl4pPr marL="2209745" indent="-380990" algn="l" defTabSz="1219170" rtl="0" eaLnBrk="1" latinLnBrk="0" hangingPunct="1">
              <a:buFont typeface="Arial" panose="020B0604020202020204" pitchFamily="34" charset="0"/>
              <a:buChar char="•"/>
            </a:lvl4pPr>
            <a:lvl5pPr marL="3352716" indent="-304792" algn="l" defTabSz="1219170" rtl="0" eaLnBrk="1" latinLnBrk="0" hangingPunct="1">
              <a:buFont typeface="Arial" panose="020B0604020202020204" pitchFamily="34" charset="0"/>
              <a:buChar char="•"/>
            </a:lvl5pPr>
            <a:lvl6pPr marL="3352716" indent="-304792" algn="l" defTabSz="1219170" rtl="0" eaLnBrk="1" latinLnBrk="0" hangingPunct="1">
              <a:buFont typeface="Arial" panose="020B0604020202020204" pitchFamily="34" charset="0"/>
              <a:buChar char="•"/>
            </a:lvl6pPr>
            <a:lvl7pPr marL="3962301" indent="-304792" algn="l" defTabSz="1219170" rtl="0" eaLnBrk="1" latinLnBrk="0" hangingPunct="1">
              <a:buFont typeface="Arial" panose="020B0604020202020204" pitchFamily="34" charset="0"/>
              <a:buChar char="•"/>
            </a:lvl7pPr>
            <a:lvl8pPr marL="4571886" indent="-304792" algn="l" defTabSz="1219170" rtl="0" eaLnBrk="1" latinLnBrk="0" hangingPunct="1">
              <a:buFont typeface="Arial" panose="020B0604020202020204" pitchFamily="34" charset="0"/>
              <a:buChar char="•"/>
            </a:lvl8pPr>
            <a:lvl9pPr marL="5181470" indent="-304792" algn="l" defTabSz="1219170" rtl="0" eaLnBrk="1" latinLnBrk="0" hangingPunct="1">
              <a:buFont typeface="Arial" panose="020B0604020202020204" pitchFamily="34" charset="0"/>
              <a:buChar char="•"/>
            </a:lvl9pPr>
          </a:lstStyle>
          <a:p>
            <a:pPr marL="0" marR="0" lvl="0" indent="0" algn="l" defTabSz="304784" rtl="0" eaLnBrk="1" fontAlgn="auto" latinLnBrk="0" hangingPunct="1">
              <a:lnSpc>
                <a:spcPct val="100000"/>
              </a:lnSpc>
              <a:spcBef>
                <a:spcPts val="600"/>
              </a:spcBef>
              <a:spcAft>
                <a:spcPts val="600"/>
              </a:spcAft>
              <a:buClr>
                <a:srgbClr val="39C2D7"/>
              </a:buClr>
              <a:buSzTx/>
              <a:buFont typeface="Arial" panose="020B0604020202020204" pitchFamily="34" charset="0"/>
              <a:buNone/>
              <a:tabLst/>
              <a:defRPr/>
            </a:pPr>
            <a:r>
              <a:rPr kumimoji="0" lang="en-US" sz="1600" b="1" i="0" u="none" strike="noStrike" kern="1200" cap="none" spc="100" normalizeH="0" baseline="0" noProof="0" dirty="0">
                <a:ln>
                  <a:noFill/>
                </a:ln>
                <a:solidFill>
                  <a:srgbClr val="222222"/>
                </a:solidFill>
                <a:effectLst/>
                <a:uLnTx/>
                <a:uFillTx/>
                <a:latin typeface="Calibri"/>
                <a:ea typeface="+mn-ea"/>
                <a:cs typeface="+mn-cs"/>
              </a:rPr>
              <a:t>Challenges</a:t>
            </a:r>
          </a:p>
          <a:p>
            <a:pPr marL="0" lvl="0" indent="0" defTabSz="685800">
              <a:spcAft>
                <a:spcPts val="600"/>
              </a:spcAft>
              <a:buClrTx/>
              <a:buNone/>
              <a:defRPr/>
            </a:pPr>
            <a:r>
              <a:rPr lang="en-US" sz="1200" dirty="0"/>
              <a:t>Before the CDDR solution implementation, CDMs review the collected clinical data using Excel and store results in shared folders. The workflow involves manually requesting outsourced data, validating data sources offline, generating individual SAS reports, downloading them locally, and using external comparison tools to consolidate and compare reports with previous versions to identify discrepancies, followed by emailing the results for reporting.</a:t>
            </a:r>
          </a:p>
          <a:p>
            <a:pPr marL="0" lvl="0" indent="0" defTabSz="685800">
              <a:spcAft>
                <a:spcPts val="600"/>
              </a:spcAft>
              <a:buClrTx/>
              <a:buNone/>
              <a:defRPr/>
            </a:pPr>
            <a:r>
              <a:rPr lang="en-US" sz="1200" dirty="0"/>
              <a:t>This process is highly manual and time-consuming, requiring human intervention at every step; it is fragmented due to reliance on isolated tools and scripts, and becomes increasingly inefficient and difficult to scale as data volumes grow. </a:t>
            </a:r>
            <a:endParaRPr lang="en-US" sz="1200" dirty="0">
              <a:effectLst/>
            </a:endParaRPr>
          </a:p>
        </p:txBody>
      </p:sp>
      <p:sp>
        <p:nvSpPr>
          <p:cNvPr id="11" name="Rectangle 10">
            <a:extLst>
              <a:ext uri="{FF2B5EF4-FFF2-40B4-BE49-F238E27FC236}">
                <a16:creationId xmlns:a16="http://schemas.microsoft.com/office/drawing/2014/main" id="{D12EFD7A-CE8A-41EC-B71C-D39ECBA057FE}"/>
              </a:ext>
            </a:extLst>
          </p:cNvPr>
          <p:cNvSpPr/>
          <p:nvPr/>
        </p:nvSpPr>
        <p:spPr>
          <a:xfrm>
            <a:off x="6475291" y="4795074"/>
            <a:ext cx="5466338" cy="1569660"/>
          </a:xfrm>
          <a:prstGeom prst="rect">
            <a:avLst/>
          </a:prstGeom>
        </p:spPr>
        <p:txBody>
          <a:bodyPr wrap="square" lIns="0" rIns="0">
            <a:spAutoFit/>
          </a:bodyPr>
          <a:lstStyle/>
          <a:p>
            <a:pPr marL="342900" lvl="0" indent="-342900">
              <a:buClr>
                <a:schemeClr val="tx1"/>
              </a:buClr>
              <a:buFont typeface="+mj-lt"/>
              <a:buAutoNum type="arabicPeriod"/>
              <a:defRPr/>
            </a:pPr>
            <a:r>
              <a:rPr lang="en-US" sz="1200" b="1" dirty="0"/>
              <a:t>Time Savings: </a:t>
            </a:r>
            <a:r>
              <a:rPr lang="en-US" sz="1200" dirty="0"/>
              <a:t>Data review time was reduced from approximately 4 hours to under 15 minutes per a </a:t>
            </a:r>
            <a:r>
              <a:rPr lang="en-US" sz="1200"/>
              <a:t>study trial.</a:t>
            </a:r>
            <a:endParaRPr lang="en-US" sz="1200" dirty="0"/>
          </a:p>
          <a:p>
            <a:pPr marL="342900" lvl="0" indent="-342900">
              <a:buClr>
                <a:schemeClr val="tx1"/>
              </a:buClr>
              <a:buFont typeface="+mj-lt"/>
              <a:buAutoNum type="arabicPeriod"/>
              <a:defRPr/>
            </a:pPr>
            <a:r>
              <a:rPr lang="en-US" sz="1200" b="1" dirty="0"/>
              <a:t>Improved Data Quality: </a:t>
            </a:r>
            <a:r>
              <a:rPr lang="en-US" sz="1200" dirty="0"/>
              <a:t>Automation </a:t>
            </a:r>
            <a:r>
              <a:rPr lang="en-US" sz="1200" dirty="0" err="1"/>
              <a:t>minimised</a:t>
            </a:r>
            <a:r>
              <a:rPr lang="en-US" sz="1200" dirty="0"/>
              <a:t> manual work, resulting in fewer errors and enhanced data integrity.</a:t>
            </a:r>
          </a:p>
          <a:p>
            <a:pPr marL="342900" lvl="0" indent="-342900">
              <a:buClr>
                <a:schemeClr val="tx1"/>
              </a:buClr>
              <a:buFont typeface="+mj-lt"/>
              <a:buAutoNum type="arabicPeriod"/>
              <a:defRPr/>
            </a:pPr>
            <a:r>
              <a:rPr lang="en-US" sz="1200" b="1" dirty="0"/>
              <a:t>Timely Access: </a:t>
            </a:r>
            <a:r>
              <a:rPr lang="en-US" sz="1200" dirty="0"/>
              <a:t>Automated scheduling ensures data is available when needed.</a:t>
            </a:r>
          </a:p>
          <a:p>
            <a:pPr marL="342900" lvl="0" indent="-342900">
              <a:buClr>
                <a:schemeClr val="tx1"/>
              </a:buClr>
              <a:buFont typeface="+mj-lt"/>
              <a:buAutoNum type="arabicPeriod"/>
              <a:defRPr/>
            </a:pPr>
            <a:r>
              <a:rPr lang="en-US" sz="1200" b="1" dirty="0"/>
              <a:t>Streamlined Collaboration: </a:t>
            </a:r>
            <a:r>
              <a:rPr lang="en-US" sz="1200" dirty="0"/>
              <a:t>The system enables smoother data delivery and coordination across roles and teams.</a:t>
            </a:r>
          </a:p>
        </p:txBody>
      </p:sp>
      <p:pic>
        <p:nvPicPr>
          <p:cNvPr id="1026" name="Picture 2" descr="Merck LOGO">
            <a:extLst>
              <a:ext uri="{FF2B5EF4-FFF2-40B4-BE49-F238E27FC236}">
                <a16:creationId xmlns:a16="http://schemas.microsoft.com/office/drawing/2014/main" id="{C8A9998E-62CB-7AF7-4F55-B282D5567A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257" y="157886"/>
            <a:ext cx="1284514" cy="427168"/>
          </a:xfrm>
          <a:prstGeom prst="rect">
            <a:avLst/>
          </a:prstGeom>
          <a:noFill/>
          <a:extLst>
            <a:ext uri="{909E8E84-426E-40DD-AFC4-6F175D3DCCD1}">
              <a14:hiddenFill xmlns:a14="http://schemas.microsoft.com/office/drawing/2010/main">
                <a:solidFill>
                  <a:srgbClr val="FFFFFF"/>
                </a:solidFill>
              </a14:hiddenFill>
            </a:ext>
          </a:extLst>
        </p:spPr>
      </p:pic>
      <p:sp>
        <p:nvSpPr>
          <p:cNvPr id="5" name="Shape 610">
            <a:extLst>
              <a:ext uri="{FF2B5EF4-FFF2-40B4-BE49-F238E27FC236}">
                <a16:creationId xmlns:a16="http://schemas.microsoft.com/office/drawing/2014/main" id="{2C606F79-8216-A17A-4D0E-E2A5D942ABA7}"/>
              </a:ext>
            </a:extLst>
          </p:cNvPr>
          <p:cNvSpPr txBox="1">
            <a:spLocks/>
          </p:cNvSpPr>
          <p:nvPr>
            <p:custDataLst>
              <p:tags r:id="rId2"/>
            </p:custDataLst>
          </p:nvPr>
        </p:nvSpPr>
        <p:spPr>
          <a:xfrm>
            <a:off x="6475290" y="537899"/>
            <a:ext cx="5237446" cy="3585597"/>
          </a:xfrm>
          <a:prstGeom prst="rect">
            <a:avLst/>
          </a:prstGeom>
          <a:ln w="12700">
            <a:miter lim="400000"/>
          </a:ln>
          <a:extLst>
            <a:ext uri="{C572A759-6A51-4108-AA02-DFA0A04FC94B}">
              <ma14:wrappingTextBoxFlag xmlns:a16="http://schemas.microsoft.com/office/drawing/2014/main" xmlns:a14="http://schemas.microsoft.com/office/drawing/2010/main" xmlns:p14="http://schemas.microsoft.com/office/powerpoint/2010/main" xmlns:ma14="http://schemas.microsoft.com/office/mac/drawingml/2011/main" xmlns="" val="1"/>
            </a:ext>
          </a:extLst>
        </p:spPr>
        <p:txBody>
          <a:bodyPr wrap="square" lIns="0" tIns="0" rIns="0" bIns="0" anchor="t">
            <a:spAutoFit/>
          </a:bodyPr>
          <a:lstStyle>
            <a:lvl1pPr marL="243834" indent="-243834" algn="l" defTabSz="1219170" rtl="0" eaLnBrk="1" latinLnBrk="0" hangingPunct="1">
              <a:buClr>
                <a:schemeClr val="accent2"/>
              </a:buClr>
              <a:buFont typeface="Arial" panose="020B0604020202020204" pitchFamily="34" charset="0"/>
              <a:buChar char="•"/>
            </a:lvl1pPr>
            <a:lvl2pPr marL="243834" indent="-243834" algn="l" defTabSz="1219170" rtl="0" eaLnBrk="1" latinLnBrk="0" hangingPunct="1">
              <a:buClr>
                <a:schemeClr val="accent2"/>
              </a:buClr>
              <a:buFont typeface="Arial" panose="020B0604020202020204" pitchFamily="34" charset="0"/>
              <a:buChar char="•"/>
            </a:lvl2pPr>
            <a:lvl3pPr marL="457189" indent="-220128" algn="l" defTabSz="1219170" rtl="0" eaLnBrk="1" latinLnBrk="0" hangingPunct="1">
              <a:buClr>
                <a:schemeClr val="tx2"/>
              </a:buClr>
              <a:buFont typeface="Calibri" panose="020F0502020204030204" pitchFamily="34" charset="0"/>
              <a:buChar char="-"/>
            </a:lvl3pPr>
            <a:lvl4pPr marL="2209745" indent="-380990" algn="l" defTabSz="1219170" rtl="0" eaLnBrk="1" latinLnBrk="0" hangingPunct="1">
              <a:buFont typeface="Arial" panose="020B0604020202020204" pitchFamily="34" charset="0"/>
              <a:buChar char="•"/>
            </a:lvl4pPr>
            <a:lvl5pPr marL="3352716" indent="-304792" algn="l" defTabSz="1219170" rtl="0" eaLnBrk="1" latinLnBrk="0" hangingPunct="1">
              <a:buFont typeface="Arial" panose="020B0604020202020204" pitchFamily="34" charset="0"/>
              <a:buChar char="•"/>
            </a:lvl5pPr>
            <a:lvl6pPr marL="3352716" indent="-304792" algn="l" defTabSz="1219170" rtl="0" eaLnBrk="1" latinLnBrk="0" hangingPunct="1">
              <a:buFont typeface="Arial" panose="020B0604020202020204" pitchFamily="34" charset="0"/>
              <a:buChar char="•"/>
            </a:lvl6pPr>
            <a:lvl7pPr marL="3962301" indent="-304792" algn="l" defTabSz="1219170" rtl="0" eaLnBrk="1" latinLnBrk="0" hangingPunct="1">
              <a:buFont typeface="Arial" panose="020B0604020202020204" pitchFamily="34" charset="0"/>
              <a:buChar char="•"/>
            </a:lvl7pPr>
            <a:lvl8pPr marL="4571886" indent="-304792" algn="l" defTabSz="1219170" rtl="0" eaLnBrk="1" latinLnBrk="0" hangingPunct="1">
              <a:buFont typeface="Arial" panose="020B0604020202020204" pitchFamily="34" charset="0"/>
              <a:buChar char="•"/>
            </a:lvl8pPr>
            <a:lvl9pPr marL="5181470" indent="-304792" algn="l" defTabSz="1219170" rtl="0" eaLnBrk="1" latinLnBrk="0" hangingPunct="1">
              <a:buFont typeface="Arial" panose="020B0604020202020204" pitchFamily="34" charset="0"/>
              <a:buChar char="•"/>
            </a:lvl9pPr>
          </a:lstStyle>
          <a:p>
            <a:pPr marL="0" marR="0" lvl="0" indent="0" algn="l" defTabSz="304784" rtl="0" eaLnBrk="1" fontAlgn="auto" latinLnBrk="0" hangingPunct="1">
              <a:lnSpc>
                <a:spcPct val="100000"/>
              </a:lnSpc>
              <a:spcBef>
                <a:spcPts val="600"/>
              </a:spcBef>
              <a:spcAft>
                <a:spcPts val="600"/>
              </a:spcAft>
              <a:buClr>
                <a:srgbClr val="39C2D7"/>
              </a:buClr>
              <a:buSzTx/>
              <a:buFont typeface="Arial" panose="020B0604020202020204" pitchFamily="34" charset="0"/>
              <a:buNone/>
              <a:tabLst/>
              <a:defRPr/>
            </a:pPr>
            <a:r>
              <a:rPr kumimoji="0" lang="en-US" sz="1600" b="1" i="0" u="none" strike="noStrike" kern="1200" cap="none" spc="100" normalizeH="0" baseline="0" noProof="0" dirty="0">
                <a:ln>
                  <a:noFill/>
                </a:ln>
                <a:solidFill>
                  <a:srgbClr val="222222"/>
                </a:solidFill>
                <a:effectLst/>
                <a:uLnTx/>
                <a:uFillTx/>
                <a:latin typeface="Calibri"/>
                <a:ea typeface="+mn-ea"/>
                <a:cs typeface="+mn-cs"/>
              </a:rPr>
              <a:t>Solution</a:t>
            </a:r>
          </a:p>
          <a:p>
            <a:pPr marL="0" lvl="0" indent="0" defTabSz="685800">
              <a:spcAft>
                <a:spcPts val="600"/>
              </a:spcAft>
              <a:buClrTx/>
              <a:buNone/>
              <a:defRPr/>
            </a:pPr>
            <a:r>
              <a:rPr lang="en-US" sz="1200" dirty="0"/>
              <a:t>EPAM joined as the creator and technology owner to develop the CDDR system, leveraging AWS cloud services such as Glue, S3, DynamoDB, ELB, </a:t>
            </a:r>
            <a:r>
              <a:rPr lang="en-US" sz="1200"/>
              <a:t>and Lambda, Step </a:t>
            </a:r>
            <a:r>
              <a:rPr lang="en-US" sz="1200" dirty="0"/>
              <a:t>Functions, and integrating clinical data comparison logic within a robust ETL pipeline.</a:t>
            </a:r>
          </a:p>
          <a:p>
            <a:pPr marL="0" lvl="0" indent="0" defTabSz="685800">
              <a:spcAft>
                <a:spcPts val="600"/>
              </a:spcAft>
              <a:buClrTx/>
              <a:buNone/>
              <a:defRPr/>
            </a:pPr>
            <a:r>
              <a:rPr lang="en-US" sz="1200" dirty="0"/>
              <a:t>The CDDR system streamlines key tasks - including automated data requests, readiness checks, report generation and integration, and enhanced consolidation and comparison functionalities - while also providing improved monitoring capabilities to accelerate the review process and boost efficiency.</a:t>
            </a:r>
          </a:p>
          <a:p>
            <a:pPr marL="0" lvl="0" indent="0" defTabSz="685800">
              <a:spcAft>
                <a:spcPts val="600"/>
              </a:spcAft>
              <a:buClrTx/>
              <a:buNone/>
              <a:defRPr/>
            </a:pPr>
            <a:endParaRPr lang="en-US" sz="1200" dirty="0"/>
          </a:p>
          <a:p>
            <a:pPr marL="0" lvl="0" indent="0" defTabSz="685800">
              <a:spcAft>
                <a:spcPts val="600"/>
              </a:spcAft>
              <a:buClrTx/>
              <a:buNone/>
              <a:defRPr/>
            </a:pPr>
            <a:r>
              <a:rPr lang="en-US" sz="1200" dirty="0"/>
              <a:t>Key Features:</a:t>
            </a:r>
          </a:p>
          <a:p>
            <a:pPr marL="228600" lvl="0" indent="-228600" defTabSz="685800">
              <a:buClrTx/>
              <a:buFont typeface="+mj-lt"/>
              <a:buAutoNum type="arabicPeriod"/>
              <a:defRPr/>
            </a:pPr>
            <a:r>
              <a:rPr lang="en-US" sz="1200" dirty="0"/>
              <a:t>Automated data requesting and readiness checking</a:t>
            </a:r>
          </a:p>
          <a:p>
            <a:pPr marL="228600" indent="-228600" defTabSz="685800">
              <a:buClrTx/>
              <a:buFont typeface="+mj-lt"/>
              <a:buAutoNum type="arabicPeriod"/>
              <a:defRPr/>
            </a:pPr>
            <a:r>
              <a:rPr lang="en-US" sz="1200" dirty="0"/>
              <a:t>Automated scheduling for report generation</a:t>
            </a:r>
          </a:p>
          <a:p>
            <a:pPr marL="228600" lvl="0" indent="-228600" defTabSz="685800">
              <a:buClrTx/>
              <a:buFont typeface="+mj-lt"/>
              <a:buAutoNum type="arabicPeriod"/>
              <a:defRPr/>
            </a:pPr>
            <a:r>
              <a:rPr lang="en-US" sz="1200" dirty="0"/>
              <a:t>Job status notifications</a:t>
            </a:r>
          </a:p>
          <a:p>
            <a:pPr marL="228600" lvl="0" indent="-228600" defTabSz="685800">
              <a:buClrTx/>
              <a:buFont typeface="+mj-lt"/>
              <a:buAutoNum type="arabicPeriod"/>
              <a:defRPr/>
            </a:pPr>
            <a:r>
              <a:rPr lang="en-US" sz="1200" dirty="0"/>
              <a:t>Report consolidation into a single file</a:t>
            </a:r>
          </a:p>
          <a:p>
            <a:pPr marL="228600" lvl="0" indent="-228600" defTabSz="685800">
              <a:buClrTx/>
              <a:buFont typeface="+mj-lt"/>
              <a:buAutoNum type="arabicPeriod"/>
              <a:defRPr/>
            </a:pPr>
            <a:r>
              <a:rPr lang="en-US" sz="1200" dirty="0"/>
              <a:t>Delta comparison to highlight changes from previous runs</a:t>
            </a:r>
          </a:p>
          <a:p>
            <a:pPr marL="228600" lvl="0" indent="-228600" defTabSz="685800">
              <a:buClrTx/>
              <a:buFont typeface="+mj-lt"/>
              <a:buAutoNum type="arabicPeriod"/>
              <a:defRPr/>
            </a:pPr>
            <a:r>
              <a:rPr lang="en-US" sz="1200" dirty="0"/>
              <a:t>Performance monitoring to track system usage and efficiency</a:t>
            </a:r>
            <a:endParaRPr kumimoji="0" lang="en-US" sz="1200" b="0" i="0" u="none" strike="noStrike" kern="1200" cap="none" spc="0" normalizeH="0" baseline="0" noProof="0" dirty="0">
              <a:ln>
                <a:noFill/>
              </a:ln>
              <a:solidFill>
                <a:srgbClr val="222222"/>
              </a:solidFill>
              <a:effectLst/>
              <a:uLnTx/>
              <a:uFillTx/>
              <a:latin typeface="Calibri" panose="020F0502020204030204" pitchFamily="34" charset="0"/>
              <a:ea typeface="+mn-ea"/>
              <a:cs typeface="+mn-cs"/>
            </a:endParaRPr>
          </a:p>
        </p:txBody>
      </p:sp>
      <p:sp>
        <p:nvSpPr>
          <p:cNvPr id="2" name="Shape 610">
            <a:extLst>
              <a:ext uri="{FF2B5EF4-FFF2-40B4-BE49-F238E27FC236}">
                <a16:creationId xmlns:a16="http://schemas.microsoft.com/office/drawing/2014/main" id="{AC005C8A-C1B3-48A8-6103-E4B7ED3819AC}"/>
              </a:ext>
            </a:extLst>
          </p:cNvPr>
          <p:cNvSpPr txBox="1">
            <a:spLocks/>
          </p:cNvSpPr>
          <p:nvPr>
            <p:custDataLst>
              <p:tags r:id="rId3"/>
            </p:custDataLst>
          </p:nvPr>
        </p:nvSpPr>
        <p:spPr>
          <a:xfrm>
            <a:off x="479264" y="1737083"/>
            <a:ext cx="5322822" cy="2139047"/>
          </a:xfrm>
          <a:prstGeom prst="rect">
            <a:avLst/>
          </a:prstGeom>
          <a:ln w="12700">
            <a:miter lim="400000"/>
          </a:ln>
          <a:extLst>
            <a:ext uri="{C572A759-6A51-4108-AA02-DFA0A04FC94B}">
              <ma14:wrappingTextBoxFlag xmlns:a16="http://schemas.microsoft.com/office/drawing/2014/main" xmlns:a14="http://schemas.microsoft.com/office/drawing/2010/main" xmlns:p14="http://schemas.microsoft.com/office/powerpoint/2010/main" xmlns:ma14="http://schemas.microsoft.com/office/mac/drawingml/2011/main" xmlns="" val="1"/>
            </a:ext>
          </a:extLst>
        </p:spPr>
        <p:txBody>
          <a:bodyPr wrap="square" lIns="0" tIns="0" rIns="0" bIns="0" anchor="t">
            <a:spAutoFit/>
          </a:bodyPr>
          <a:lstStyle>
            <a:lvl1pPr marL="243834" indent="-243834" algn="l" defTabSz="1219170" rtl="0" eaLnBrk="1" latinLnBrk="0" hangingPunct="1">
              <a:buClr>
                <a:schemeClr val="accent2"/>
              </a:buClr>
              <a:buFont typeface="Arial" panose="020B0604020202020204" pitchFamily="34" charset="0"/>
              <a:buChar char="•"/>
            </a:lvl1pPr>
            <a:lvl2pPr marL="243834" indent="-243834" algn="l" defTabSz="1219170" rtl="0" eaLnBrk="1" latinLnBrk="0" hangingPunct="1">
              <a:buClr>
                <a:schemeClr val="accent2"/>
              </a:buClr>
              <a:buFont typeface="Arial" panose="020B0604020202020204" pitchFamily="34" charset="0"/>
              <a:buChar char="•"/>
            </a:lvl2pPr>
            <a:lvl3pPr marL="457189" indent="-220128" algn="l" defTabSz="1219170" rtl="0" eaLnBrk="1" latinLnBrk="0" hangingPunct="1">
              <a:buClr>
                <a:schemeClr val="tx2"/>
              </a:buClr>
              <a:buFont typeface="Calibri" panose="020F0502020204030204" pitchFamily="34" charset="0"/>
              <a:buChar char="-"/>
            </a:lvl3pPr>
            <a:lvl4pPr marL="2209745" indent="-380990" algn="l" defTabSz="1219170" rtl="0" eaLnBrk="1" latinLnBrk="0" hangingPunct="1">
              <a:buFont typeface="Arial" panose="020B0604020202020204" pitchFamily="34" charset="0"/>
              <a:buChar char="•"/>
            </a:lvl4pPr>
            <a:lvl5pPr marL="3352716" indent="-304792" algn="l" defTabSz="1219170" rtl="0" eaLnBrk="1" latinLnBrk="0" hangingPunct="1">
              <a:buFont typeface="Arial" panose="020B0604020202020204" pitchFamily="34" charset="0"/>
              <a:buChar char="•"/>
            </a:lvl5pPr>
            <a:lvl6pPr marL="3352716" indent="-304792" algn="l" defTabSz="1219170" rtl="0" eaLnBrk="1" latinLnBrk="0" hangingPunct="1">
              <a:buFont typeface="Arial" panose="020B0604020202020204" pitchFamily="34" charset="0"/>
              <a:buChar char="•"/>
            </a:lvl6pPr>
            <a:lvl7pPr marL="3962301" indent="-304792" algn="l" defTabSz="1219170" rtl="0" eaLnBrk="1" latinLnBrk="0" hangingPunct="1">
              <a:buFont typeface="Arial" panose="020B0604020202020204" pitchFamily="34" charset="0"/>
              <a:buChar char="•"/>
            </a:lvl7pPr>
            <a:lvl8pPr marL="4571886" indent="-304792" algn="l" defTabSz="1219170" rtl="0" eaLnBrk="1" latinLnBrk="0" hangingPunct="1">
              <a:buFont typeface="Arial" panose="020B0604020202020204" pitchFamily="34" charset="0"/>
              <a:buChar char="•"/>
            </a:lvl8pPr>
            <a:lvl9pPr marL="5181470" indent="-304792" algn="l" defTabSz="1219170" rtl="0" eaLnBrk="1" latinLnBrk="0" hangingPunct="1">
              <a:buFont typeface="Arial" panose="020B0604020202020204" pitchFamily="34" charset="0"/>
              <a:buChar char="•"/>
            </a:lvl9pPr>
          </a:lstStyle>
          <a:p>
            <a:pPr marL="0" marR="0" lvl="0" indent="0" algn="l" defTabSz="304784" rtl="0" eaLnBrk="1" fontAlgn="auto" latinLnBrk="0" hangingPunct="1">
              <a:lnSpc>
                <a:spcPct val="100000"/>
              </a:lnSpc>
              <a:spcBef>
                <a:spcPts val="600"/>
              </a:spcBef>
              <a:spcAft>
                <a:spcPts val="600"/>
              </a:spcAft>
              <a:buClr>
                <a:srgbClr val="39C2D7"/>
              </a:buClr>
              <a:buSzTx/>
              <a:buFont typeface="Arial" panose="020B0604020202020204" pitchFamily="34" charset="0"/>
              <a:buNone/>
              <a:tabLst/>
              <a:defRPr/>
            </a:pPr>
            <a:r>
              <a:rPr kumimoji="0" lang="en-US" sz="1600" b="1" i="0" u="none" strike="noStrike" kern="1200" cap="none" spc="100" normalizeH="0" baseline="0" noProof="0" dirty="0">
                <a:ln>
                  <a:noFill/>
                </a:ln>
                <a:solidFill>
                  <a:srgbClr val="222222"/>
                </a:solidFill>
                <a:effectLst/>
                <a:uLnTx/>
                <a:uFillTx/>
                <a:latin typeface="Calibri"/>
                <a:ea typeface="+mn-ea"/>
                <a:cs typeface="+mn-cs"/>
              </a:rPr>
              <a:t>Background</a:t>
            </a:r>
          </a:p>
          <a:p>
            <a:pPr marL="0" indent="0" defTabSz="685800">
              <a:spcAft>
                <a:spcPts val="600"/>
              </a:spcAft>
              <a:buClrTx/>
              <a:buNone/>
              <a:defRPr/>
            </a:pPr>
            <a:r>
              <a:rPr lang="en-US" sz="1200" dirty="0"/>
              <a:t>Clinical data collection involves gathering participants’ demographics, medical history, treatment protocols, outcome measures, adverse effects, and follow-up information from multiple sources into a </a:t>
            </a:r>
            <a:r>
              <a:rPr lang="en-US" sz="1200" dirty="0" err="1"/>
              <a:t>centralised</a:t>
            </a:r>
            <a:r>
              <a:rPr lang="en-US" sz="1200" dirty="0"/>
              <a:t> system. To ensure the validity and credibility of trial results, it is essential to verify and validate the aggregated and combined data. </a:t>
            </a:r>
          </a:p>
          <a:p>
            <a:pPr marL="0" indent="0" defTabSz="685800">
              <a:spcAft>
                <a:spcPts val="600"/>
              </a:spcAft>
              <a:buClrTx/>
              <a:buNone/>
              <a:defRPr/>
            </a:pPr>
            <a:r>
              <a:rPr lang="en-US" sz="1200" dirty="0"/>
              <a:t>Discrepancy review plays a critical role in identifying and resolving inconsistencies or errors in the collected data throughout the trial process.</a:t>
            </a:r>
          </a:p>
          <a:p>
            <a:pPr marL="0" indent="0" defTabSz="685800">
              <a:spcAft>
                <a:spcPts val="600"/>
              </a:spcAft>
              <a:buClrTx/>
              <a:buNone/>
              <a:defRPr/>
            </a:pPr>
            <a:r>
              <a:rPr lang="en-US" sz="1200" dirty="0"/>
              <a:t>The Clinical Data Discrepancy Reporting (CDDR) system is designed for Clinical Data Managers (CDMs) to conduct data reviews and archive review results.</a:t>
            </a:r>
          </a:p>
        </p:txBody>
      </p:sp>
    </p:spTree>
    <p:extLst>
      <p:ext uri="{BB962C8B-B14F-4D97-AF65-F5344CB8AC3E}">
        <p14:creationId xmlns:p14="http://schemas.microsoft.com/office/powerpoint/2010/main" val="26746309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2.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3.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416</Words>
  <Application>Microsoft Macintosh PowerPoint</Application>
  <PresentationFormat>Widescreen</PresentationFormat>
  <Paragraphs>24</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Calibri</vt:lpstr>
      <vt:lpstr>Calibri Light</vt:lpstr>
      <vt:lpstr>Office Theme</vt:lpstr>
      <vt:lpstr>The Clinical Data Discrepancy Reporting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Author</dc:creator>
  <cp:lastModifiedBy>user</cp:lastModifiedBy>
  <cp:revision>1</cp:revision>
  <dcterms:created xsi:type="dcterms:W3CDTF">2025-05-05T01:33:42Z</dcterms:created>
  <dcterms:modified xsi:type="dcterms:W3CDTF">2026-01-13T09:06:59Z</dcterms:modified>
</cp:coreProperties>
</file>