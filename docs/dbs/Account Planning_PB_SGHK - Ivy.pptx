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7" r:id="rId4"/>
    <p:sldMasterId id="2147483811" r:id="rId5"/>
    <p:sldMasterId id="2147483890" r:id="rId6"/>
  </p:sldMasterIdLst>
  <p:notesMasterIdLst>
    <p:notesMasterId r:id="rId8"/>
  </p:notesMasterIdLst>
  <p:handoutMasterIdLst>
    <p:handoutMasterId r:id="rId9"/>
  </p:handoutMasterIdLst>
  <p:sldIdLst>
    <p:sldId id="267" r:id="rId7"/>
  </p:sldIdLst>
  <p:sldSz cx="9144000" cy="5143500" type="screen16x9"/>
  <p:notesSz cx="6858000" cy="2162175"/>
  <p:custDataLst>
    <p:tags r:id="rId10"/>
  </p:custData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4312018E-021D-4217-8AD4-332AE19CB913}">
          <p14:sldIdLst>
            <p14:sldId id="267"/>
          </p14:sldIdLst>
        </p14:section>
      </p14:sectionLst>
    </p:ext>
    <p:ext uri="{EFAFB233-063F-42B5-8137-9DF3F51BA10A}">
      <p15:sldGuideLst xmlns:p15="http://schemas.microsoft.com/office/powerpoint/2012/main">
        <p15:guide id="1" pos="2880" userDrawn="1">
          <p15:clr>
            <a:srgbClr val="A4A3A4"/>
          </p15:clr>
        </p15:guide>
        <p15:guide id="2" orient="horz" pos="1620" userDrawn="1">
          <p15:clr>
            <a:srgbClr val="A4A3A4"/>
          </p15:clr>
        </p15:guide>
      </p15:sldGuideLst>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e Ravani" initials="MR" lastIdx="38" clrIdx="0">
    <p:extLst>
      <p:ext uri="{19B8F6BF-5375-455C-9EA6-DF929625EA0E}">
        <p15:presenceInfo xmlns:p15="http://schemas.microsoft.com/office/powerpoint/2012/main" userId="S::michele_ravani@epam.com::08d87063-6791-4908-90d3-0648abc9f2e0" providerId="AD"/>
      </p:ext>
    </p:extLst>
  </p:cmAuthor>
  <p:cmAuthor id="2" name="Dmitry Maizet" initials="DM" lastIdx="8" clrIdx="1">
    <p:extLst>
      <p:ext uri="{19B8F6BF-5375-455C-9EA6-DF929625EA0E}">
        <p15:presenceInfo xmlns:p15="http://schemas.microsoft.com/office/powerpoint/2012/main" userId="S::dmitry_maizet@epam.com::e72f0b6b-d0f3-49e6-8f20-ab03fb7c7945" providerId="AD"/>
      </p:ext>
    </p:extLst>
  </p:cmAuthor>
  <p:cmAuthor id="3" name="Vitalii Kukneryk" initials="VK" lastIdx="3" clrIdx="2">
    <p:extLst>
      <p:ext uri="{19B8F6BF-5375-455C-9EA6-DF929625EA0E}">
        <p15:presenceInfo xmlns:p15="http://schemas.microsoft.com/office/powerpoint/2012/main" userId="SITALII_KUKNERYK@EPAM.COM" providerId="AD"/>
      </p:ext>
    </p:extLst>
  </p:cmAuthor>
  <p:cmAuthor id="4" name="Michele Ravani (Contractor)" initials="M(" lastIdx="9" clrIdx="3">
    <p:extLst>
      <p:ext uri="{19B8F6BF-5375-455C-9EA6-DF929625EA0E}">
        <p15:presenceInfo xmlns:p15="http://schemas.microsoft.com/office/powerpoint/2012/main" userId="SICHELE_RAVANI@EPAM.COM" providerId="AD"/>
      </p:ext>
    </p:extLst>
  </p:cmAuthor>
  <p:cmAuthor id="5" name="Vitalii Kukneryk" initials="VK [2]" lastIdx="13" clrIdx="4">
    <p:extLst>
      <p:ext uri="{19B8F6BF-5375-455C-9EA6-DF929625EA0E}">
        <p15:presenceInfo xmlns:p15="http://schemas.microsoft.com/office/powerpoint/2012/main" userId="S::Vitalii_Kukneryk@epam.com::5b54964f-6830-4312-a951-0ae2356c061a" providerId="AD"/>
      </p:ext>
    </p:extLst>
  </p:cmAuthor>
  <p:cmAuthor id="6" name="Michele Ravani" initials="MR [2]" lastIdx="17" clrIdx="5">
    <p:extLst>
      <p:ext uri="{19B8F6BF-5375-455C-9EA6-DF929625EA0E}">
        <p15:presenceInfo xmlns:p15="http://schemas.microsoft.com/office/powerpoint/2012/main" userId="2fdf1540234d18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999999"/>
    <a:srgbClr val="21232E"/>
    <a:srgbClr val="30332D"/>
    <a:srgbClr val="484749"/>
    <a:srgbClr val="7F993A"/>
    <a:srgbClr val="FED143"/>
    <a:srgbClr val="39C2D7"/>
    <a:srgbClr val="1887BB"/>
    <a:srgbClr val="62A2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7CA0D-A6EB-344D-B042-3AE02248FD2B}" v="763" dt="2023-09-08T02:18:44.9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581" autoAdjust="0"/>
  </p:normalViewPr>
  <p:slideViewPr>
    <p:cSldViewPr snapToGrid="0">
      <p:cViewPr>
        <p:scale>
          <a:sx n="135" d="100"/>
          <a:sy n="135" d="100"/>
        </p:scale>
        <p:origin x="960" y="256"/>
      </p:cViewPr>
      <p:guideLst>
        <p:guide pos="2880"/>
        <p:guide orient="horz" pos="1620"/>
      </p:guideLst>
    </p:cSldViewPr>
  </p:slideViewPr>
  <p:notesTextViewPr>
    <p:cViewPr>
      <p:scale>
        <a:sx n="1" d="1"/>
        <a:sy n="1" d="1"/>
      </p:scale>
      <p:origin x="0" y="0"/>
    </p:cViewPr>
  </p:notesTextViewPr>
  <p:notesViewPr>
    <p:cSldViewPr snapToGrid="0">
      <p:cViewPr>
        <p:scale>
          <a:sx n="1" d="2"/>
          <a:sy n="1" d="2"/>
        </p:scale>
        <p:origin x="0" y="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9/12/23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9/12/23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refined version</a:t>
            </a:r>
          </a:p>
        </p:txBody>
      </p:sp>
      <p:sp>
        <p:nvSpPr>
          <p:cNvPr id="4" name="Slide Number Placeholder 3"/>
          <p:cNvSpPr>
            <a:spLocks noGrp="1"/>
          </p:cNvSpPr>
          <p:nvPr>
            <p:ph type="sldNum" sz="quarter" idx="5"/>
          </p:nvPr>
        </p:nvSpPr>
        <p:spPr/>
        <p:txBody>
          <a:bodyPr/>
          <a:lstStyle/>
          <a:p>
            <a:fld id="{4BA5C3A5-A464-4897-B884-BB9B35180A5B}" type="slidenum">
              <a:rPr lang="en-US" smtClean="0"/>
              <a:t>1</a:t>
            </a:fld>
            <a:endParaRPr lang="en-US"/>
          </a:p>
        </p:txBody>
      </p:sp>
    </p:spTree>
    <p:extLst>
      <p:ext uri="{BB962C8B-B14F-4D97-AF65-F5344CB8AC3E}">
        <p14:creationId xmlns:p14="http://schemas.microsoft.com/office/powerpoint/2010/main" val="3953322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hyperlink" Target="https://epa.ms/stories" TargetMode="Externa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 Id="rId5" Type="http://schemas.openxmlformats.org/officeDocument/2006/relationships/image" Target="../media/image15.svg"/><Relationship Id="rId4"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hyperlink" Target="https://epa.ms/stories" TargetMode="Externa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6F5ED-9718-6C9B-C1D9-18F669F71676}"/>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406EAF-2747-FE1C-17B1-6803F5A70C96}"/>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8E7CC9DD-15AE-93DA-0BD8-6252F1B4B6E2}"/>
              </a:ext>
            </a:extLst>
          </p:cNvPr>
          <p:cNvSpPr>
            <a:spLocks noGrp="1"/>
          </p:cNvSpPr>
          <p:nvPr>
            <p:ph type="sldNum" sz="quarter" idx="10"/>
          </p:nvPr>
        </p:nvSpPr>
        <p:spPr/>
        <p:txBody>
          <a:bodyPr/>
          <a:lstStyle/>
          <a:p>
            <a:fld id="{3A707DD9-E92B-45E8-BE0A-E6B2EDF345EB}" type="slidenum">
              <a:rPr lang="en-US" smtClean="0"/>
              <a:pPr/>
              <a:t>‹#›</a:t>
            </a:fld>
            <a:endParaRPr lang="en-US"/>
          </a:p>
        </p:txBody>
      </p:sp>
    </p:spTree>
    <p:extLst>
      <p:ext uri="{BB962C8B-B14F-4D97-AF65-F5344CB8AC3E}">
        <p14:creationId xmlns:p14="http://schemas.microsoft.com/office/powerpoint/2010/main" val="2139532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276999"/>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161583"/>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JANUARY 2022</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582" y="457574"/>
            <a:ext cx="802848" cy="282942"/>
          </a:xfrm>
          <a:prstGeom prst="rect">
            <a:avLst/>
          </a:prstGeom>
        </p:spPr>
      </p:pic>
      <p:sp>
        <p:nvSpPr>
          <p:cNvPr id="3" name="Title 2">
            <a:extLst>
              <a:ext uri="{FF2B5EF4-FFF2-40B4-BE49-F238E27FC236}">
                <a16:creationId xmlns:a16="http://schemas.microsoft.com/office/drawing/2014/main" id="{81FA7817-3B6C-3F4A-B7B9-1C24248B02A6}"/>
              </a:ext>
            </a:extLst>
          </p:cNvPr>
          <p:cNvSpPr>
            <a:spLocks noGrp="1"/>
          </p:cNvSpPr>
          <p:nvPr>
            <p:ph type="title"/>
          </p:nvPr>
        </p:nvSpPr>
        <p:spPr>
          <a:xfrm>
            <a:off x="349624" y="1474471"/>
            <a:ext cx="4323160" cy="1384995"/>
          </a:xfrm>
        </p:spPr>
        <p:txBody>
          <a:bodyPr vert="horz" wrap="square" lIns="0" tIns="0" rIns="0" bIns="0" rtlCol="0">
            <a:spAutoFit/>
          </a:bodyPr>
          <a:lstStyle>
            <a:lvl1pPr>
              <a:defRPr lang="en-US" sz="45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32179448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4572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2" y="3497581"/>
            <a:ext cx="4139456" cy="207749"/>
          </a:xfrm>
          <a:prstGeom prst="rect">
            <a:avLst/>
          </a:prstGeom>
        </p:spPr>
        <p:txBody>
          <a:bodyPr wrap="square">
            <a:spAutoFit/>
          </a:bodyPr>
          <a:lstStyle>
            <a:lvl1pPr>
              <a:lnSpc>
                <a:spcPct val="100000"/>
              </a:lnSpc>
              <a:spcBef>
                <a:spcPts val="0"/>
              </a:spcBef>
              <a:defRPr sz="135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2674620" cy="161583"/>
          </a:xfrm>
          <a:prstGeom prst="rect">
            <a:avLst/>
          </a:prstGeom>
        </p:spPr>
        <p:txBody>
          <a:bodyPr vert="horz" lIns="0" tIns="0" rIns="0" bIns="0" rtlCol="0">
            <a:spAutoFit/>
          </a:bodyPr>
          <a:lstStyle>
            <a:lvl1pPr>
              <a:lnSpc>
                <a:spcPct val="100000"/>
              </a:lnSpc>
              <a:spcBef>
                <a:spcPts val="0"/>
              </a:spcBef>
              <a:defRPr lang="en-US" sz="1050" spc="225" dirty="0">
                <a:solidFill>
                  <a:schemeClr val="bg2"/>
                </a:solidFill>
                <a:effectLst/>
              </a:defRPr>
            </a:lvl1pPr>
            <a:lvl2pPr>
              <a:buNone/>
              <a:defRPr/>
            </a:lvl2pPr>
          </a:lstStyle>
          <a:p>
            <a:pPr lvl="0"/>
            <a:r>
              <a:rPr lang="en-US">
                <a:effectLst/>
              </a:rPr>
              <a:t>JANUARY 2022</a:t>
            </a:r>
            <a:endParaRPr lang="en-US"/>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4571999" y="0"/>
            <a:ext cx="4572001" cy="5143500"/>
          </a:xfrm>
          <a:prstGeom prst="rect">
            <a:avLst/>
          </a:prstGeom>
          <a:solidFill>
            <a:schemeClr val="bg2"/>
          </a:solidFill>
        </p:spPr>
        <p:txBody>
          <a:bodyPr/>
          <a:lstStyle>
            <a:lvl1pPr>
              <a:defRPr/>
            </a:lvl1pPr>
          </a:lstStyle>
          <a:p>
            <a:r>
              <a:rPr lang="en-US"/>
              <a:t>Click icon to add picture</a:t>
            </a:r>
          </a:p>
        </p:txBody>
      </p:sp>
      <p:pic>
        <p:nvPicPr>
          <p:cNvPr id="2" name="Graphic 1">
            <a:extLst>
              <a:ext uri="{FF2B5EF4-FFF2-40B4-BE49-F238E27FC236}">
                <a16:creationId xmlns:a16="http://schemas.microsoft.com/office/drawing/2014/main" id="{81AA8C38-4FF3-4F33-8B0F-196D0BC79154}"/>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582" y="457574"/>
            <a:ext cx="802848" cy="282942"/>
          </a:xfrm>
          <a:prstGeom prst="rect">
            <a:avLst/>
          </a:prstGeom>
        </p:spPr>
      </p:pic>
      <p:sp>
        <p:nvSpPr>
          <p:cNvPr id="8" name="Title 2">
            <a:extLst>
              <a:ext uri="{FF2B5EF4-FFF2-40B4-BE49-F238E27FC236}">
                <a16:creationId xmlns:a16="http://schemas.microsoft.com/office/drawing/2014/main" id="{FB842CEE-8A53-0D42-A72B-7D63B1ED35C4}"/>
              </a:ext>
            </a:extLst>
          </p:cNvPr>
          <p:cNvSpPr>
            <a:spLocks noGrp="1"/>
          </p:cNvSpPr>
          <p:nvPr>
            <p:ph type="title"/>
          </p:nvPr>
        </p:nvSpPr>
        <p:spPr>
          <a:xfrm>
            <a:off x="349624" y="1474471"/>
            <a:ext cx="4114800" cy="1384995"/>
          </a:xfrm>
        </p:spPr>
        <p:txBody>
          <a:bodyPr vert="horz" wrap="square" lIns="0" tIns="0" rIns="0" bIns="0" rtlCol="0">
            <a:spAutoFit/>
          </a:bodyPr>
          <a:lstStyle>
            <a:lvl1pPr>
              <a:defRPr lang="en-US" sz="45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60799675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9144000" cy="5143500"/>
          </a:xfrm>
          <a:prstGeom prst="rect">
            <a:avLst/>
          </a:prstGeom>
          <a:solidFill>
            <a:schemeClr val="bg1">
              <a:lumMod val="65000"/>
            </a:schemeClr>
          </a:solidFill>
        </p:spPr>
        <p:txBody>
          <a:bodyPr/>
          <a:lstStyle>
            <a:lvl1pPr>
              <a:defRPr/>
            </a:lvl1pPr>
          </a:lstStyle>
          <a:p>
            <a:r>
              <a:rPr lang="en-US"/>
              <a:t>Click icon to add picture</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276999"/>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161583"/>
          </a:xfrm>
          <a:prstGeom prst="rect">
            <a:avLst/>
          </a:prstGeom>
        </p:spPr>
        <p:txBody>
          <a:bodyPr>
            <a:spAutoFit/>
          </a:bodyPr>
          <a:lstStyle>
            <a:lvl1pPr>
              <a:lnSpc>
                <a:spcPct val="100000"/>
              </a:lnSpc>
              <a:spcBef>
                <a:spcPts val="0"/>
              </a:spcBef>
              <a:defRPr sz="1050" spc="225">
                <a:solidFill>
                  <a:schemeClr val="bg1">
                    <a:lumMod val="95000"/>
                  </a:schemeClr>
                </a:solidFill>
              </a:defRPr>
            </a:lvl1pPr>
            <a:lvl2pPr>
              <a:buNone/>
              <a:defRPr/>
            </a:lvl2pPr>
          </a:lstStyle>
          <a:p>
            <a:pPr lvl="0"/>
            <a:r>
              <a:rPr lang="en-US">
                <a:effectLst/>
              </a:rPr>
              <a:t>JANUARY 2022</a:t>
            </a:r>
            <a:endParaRPr lang="en-US"/>
          </a:p>
        </p:txBody>
      </p:sp>
      <p:pic>
        <p:nvPicPr>
          <p:cNvPr id="2" name="Graphic 1">
            <a:extLst>
              <a:ext uri="{FF2B5EF4-FFF2-40B4-BE49-F238E27FC236}">
                <a16:creationId xmlns:a16="http://schemas.microsoft.com/office/drawing/2014/main" id="{CE8C851A-E2E7-4523-9F42-0BB009E5644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582" y="457574"/>
            <a:ext cx="802848" cy="282942"/>
          </a:xfrm>
          <a:prstGeom prst="rect">
            <a:avLst/>
          </a:prstGeom>
        </p:spPr>
      </p:pic>
      <p:sp>
        <p:nvSpPr>
          <p:cNvPr id="7" name="Title 2">
            <a:extLst>
              <a:ext uri="{FF2B5EF4-FFF2-40B4-BE49-F238E27FC236}">
                <a16:creationId xmlns:a16="http://schemas.microsoft.com/office/drawing/2014/main" id="{D6769452-030B-5548-B575-999D639F6D22}"/>
              </a:ext>
            </a:extLst>
          </p:cNvPr>
          <p:cNvSpPr>
            <a:spLocks noGrp="1"/>
          </p:cNvSpPr>
          <p:nvPr>
            <p:ph type="title"/>
          </p:nvPr>
        </p:nvSpPr>
        <p:spPr>
          <a:xfrm>
            <a:off x="349624" y="1474471"/>
            <a:ext cx="4316436" cy="1384995"/>
          </a:xfrm>
        </p:spPr>
        <p:txBody>
          <a:bodyPr vert="horz" wrap="square" lIns="0" tIns="0" rIns="0" bIns="0" rtlCol="0">
            <a:spAutoFit/>
          </a:bodyPr>
          <a:lstStyle>
            <a:lvl1pPr>
              <a:defRPr lang="en-US" sz="45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50052269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350355" y="893279"/>
            <a:ext cx="2268635" cy="692498"/>
          </a:xfrm>
        </p:spPr>
        <p:txBody>
          <a:bodyPr wrap="square">
            <a:spAutoFit/>
          </a:bodyPr>
          <a:lstStyle>
            <a:lvl1pPr>
              <a:defRPr sz="4500" b="0">
                <a:solidFill>
                  <a:schemeClr val="tx1"/>
                </a:solidFill>
                <a:latin typeface="Calibri Light" panose="020F0302020204030204" pitchFamily="34" charset="0"/>
                <a:cs typeface="Calibri Light" panose="020F0302020204030204" pitchFamily="34" charset="0"/>
              </a:defRPr>
            </a:lvl1pPr>
          </a:lstStyle>
          <a:p>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3064979" y="89328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3064979" y="141308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3064979" y="192526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3064979" y="244506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3064979" y="2957239"/>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3064979" y="346942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3614198" y="89328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3614198" y="141308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3614198" y="192526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3614198" y="244506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3614198" y="2957239"/>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3614198" y="346942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cxnSp>
        <p:nvCxnSpPr>
          <p:cNvPr id="36" name="Straight Connector 35">
            <a:extLst>
              <a:ext uri="{FF2B5EF4-FFF2-40B4-BE49-F238E27FC236}">
                <a16:creationId xmlns:a16="http://schemas.microsoft.com/office/drawing/2014/main" id="{D6C8558E-5624-D848-B1A3-4B79F93D0AC1}"/>
              </a:ext>
            </a:extLst>
          </p:cNvPr>
          <p:cNvCxnSpPr>
            <a:cxnSpLocks/>
          </p:cNvCxnSpPr>
          <p:nvPr userDrawn="1"/>
        </p:nvCxnSpPr>
        <p:spPr>
          <a:xfrm>
            <a:off x="2794011" y="685800"/>
            <a:ext cx="0" cy="394335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31078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Bl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350355" y="893279"/>
            <a:ext cx="2268635" cy="692498"/>
          </a:xfrm>
        </p:spPr>
        <p:txBody>
          <a:bodyPr wrap="square">
            <a:spAutoFit/>
          </a:bodyPr>
          <a:lstStyle>
            <a:lvl1pPr>
              <a:defRPr sz="45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3064979" y="8932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3064979" y="14130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3064979" y="19252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3064979" y="24450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3064979" y="2957239"/>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3064979" y="346942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3614198" y="8932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3614198" y="14130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3614198" y="19252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3614198" y="24450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3614198" y="2957239"/>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3614198" y="346942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23" name="TextBox 22">
            <a:extLst>
              <a:ext uri="{FF2B5EF4-FFF2-40B4-BE49-F238E27FC236}">
                <a16:creationId xmlns:a16="http://schemas.microsoft.com/office/drawing/2014/main" id="{05DCFC83-97AB-BE40-9059-9CE8B2021737}"/>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cxnSp>
        <p:nvCxnSpPr>
          <p:cNvPr id="25" name="Straight Connector 24">
            <a:extLst>
              <a:ext uri="{FF2B5EF4-FFF2-40B4-BE49-F238E27FC236}">
                <a16:creationId xmlns:a16="http://schemas.microsoft.com/office/drawing/2014/main" id="{A040CC96-6026-B04A-A42D-A7A8F52BBA69}"/>
              </a:ext>
            </a:extLst>
          </p:cNvPr>
          <p:cNvCxnSpPr>
            <a:cxnSpLocks/>
          </p:cNvCxnSpPr>
          <p:nvPr userDrawn="1"/>
        </p:nvCxnSpPr>
        <p:spPr>
          <a:xfrm>
            <a:off x="2794011" y="685800"/>
            <a:ext cx="0" cy="394335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AE04C751-FBC9-3B46-AAD4-46BD8DFA5D3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141762476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Picture">
    <p:spTree>
      <p:nvGrpSpPr>
        <p:cNvPr id="1" name=""/>
        <p:cNvGrpSpPr/>
        <p:nvPr/>
      </p:nvGrpSpPr>
      <p:grpSpPr>
        <a:xfrm>
          <a:off x="0" y="0"/>
          <a:ext cx="0" cy="0"/>
          <a:chOff x="0" y="0"/>
          <a:chExt cx="0" cy="0"/>
        </a:xfrm>
      </p:grpSpPr>
      <p:sp>
        <p:nvSpPr>
          <p:cNvPr id="23" name="Picture Placeholder 2">
            <a:extLst>
              <a:ext uri="{FF2B5EF4-FFF2-40B4-BE49-F238E27FC236}">
                <a16:creationId xmlns:a16="http://schemas.microsoft.com/office/drawing/2014/main" id="{DE24B927-3EC2-4323-B375-35AD1C731ADA}"/>
              </a:ext>
            </a:extLst>
          </p:cNvPr>
          <p:cNvSpPr>
            <a:spLocks noGrp="1"/>
          </p:cNvSpPr>
          <p:nvPr>
            <p:ph type="pic" sz="quarter" idx="22"/>
          </p:nvPr>
        </p:nvSpPr>
        <p:spPr>
          <a:xfrm>
            <a:off x="0" y="0"/>
            <a:ext cx="9144000" cy="5143500"/>
          </a:xfrm>
          <a:prstGeom prst="rect">
            <a:avLst/>
          </a:prstGeom>
          <a:solidFill>
            <a:schemeClr val="bg1">
              <a:lumMod val="65000"/>
            </a:schemeClr>
          </a:solidFill>
        </p:spPr>
        <p:txBody>
          <a:bodyPr/>
          <a:lstStyle>
            <a:lvl1pPr>
              <a:defRPr/>
            </a:lvl1pPr>
          </a:lstStyle>
          <a:p>
            <a:r>
              <a:rPr lang="en-US"/>
              <a:t>Click icon to add picture</a:t>
            </a:r>
          </a:p>
        </p:txBody>
      </p:sp>
      <p:pic>
        <p:nvPicPr>
          <p:cNvPr id="8" name="Graphic 7">
            <a:extLst>
              <a:ext uri="{FF2B5EF4-FFF2-40B4-BE49-F238E27FC236}">
                <a16:creationId xmlns:a16="http://schemas.microsoft.com/office/drawing/2014/main" id="{EC2503D5-C016-4D7F-83A5-0A293996B8F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24" name="TextBox 23">
            <a:extLst>
              <a:ext uri="{FF2B5EF4-FFF2-40B4-BE49-F238E27FC236}">
                <a16:creationId xmlns:a16="http://schemas.microsoft.com/office/drawing/2014/main" id="{074065B5-82CF-0942-A54C-2DA21F896678}"/>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32" name="Title 2">
            <a:extLst>
              <a:ext uri="{FF2B5EF4-FFF2-40B4-BE49-F238E27FC236}">
                <a16:creationId xmlns:a16="http://schemas.microsoft.com/office/drawing/2014/main" id="{481E60FF-59F4-A045-B79D-392594C3A2A2}"/>
              </a:ext>
            </a:extLst>
          </p:cNvPr>
          <p:cNvSpPr>
            <a:spLocks noGrp="1"/>
          </p:cNvSpPr>
          <p:nvPr>
            <p:ph type="title" hasCustomPrompt="1"/>
          </p:nvPr>
        </p:nvSpPr>
        <p:spPr>
          <a:xfrm>
            <a:off x="350355" y="893279"/>
            <a:ext cx="2268635" cy="692498"/>
          </a:xfrm>
        </p:spPr>
        <p:txBody>
          <a:bodyPr wrap="square">
            <a:spAutoFit/>
          </a:bodyPr>
          <a:lstStyle>
            <a:lvl1pPr>
              <a:defRPr sz="45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33" name="Text Placeholder 4">
            <a:extLst>
              <a:ext uri="{FF2B5EF4-FFF2-40B4-BE49-F238E27FC236}">
                <a16:creationId xmlns:a16="http://schemas.microsoft.com/office/drawing/2014/main" id="{E107DFBB-2291-EC41-BE16-FC9C5276EAAA}"/>
              </a:ext>
            </a:extLst>
          </p:cNvPr>
          <p:cNvSpPr>
            <a:spLocks noGrp="1"/>
          </p:cNvSpPr>
          <p:nvPr>
            <p:ph type="body" sz="quarter" idx="10" hasCustomPrompt="1"/>
          </p:nvPr>
        </p:nvSpPr>
        <p:spPr>
          <a:xfrm>
            <a:off x="3064979" y="8932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01</a:t>
            </a:r>
          </a:p>
        </p:txBody>
      </p:sp>
      <p:sp>
        <p:nvSpPr>
          <p:cNvPr id="34" name="Text Placeholder 4">
            <a:extLst>
              <a:ext uri="{FF2B5EF4-FFF2-40B4-BE49-F238E27FC236}">
                <a16:creationId xmlns:a16="http://schemas.microsoft.com/office/drawing/2014/main" id="{D13EC089-F387-EA41-87D3-D7758396AEA8}"/>
              </a:ext>
            </a:extLst>
          </p:cNvPr>
          <p:cNvSpPr>
            <a:spLocks noGrp="1"/>
          </p:cNvSpPr>
          <p:nvPr>
            <p:ph type="body" sz="quarter" idx="11" hasCustomPrompt="1"/>
          </p:nvPr>
        </p:nvSpPr>
        <p:spPr>
          <a:xfrm>
            <a:off x="3064979" y="14130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02</a:t>
            </a:r>
          </a:p>
        </p:txBody>
      </p:sp>
      <p:sp>
        <p:nvSpPr>
          <p:cNvPr id="35" name="Text Placeholder 4">
            <a:extLst>
              <a:ext uri="{FF2B5EF4-FFF2-40B4-BE49-F238E27FC236}">
                <a16:creationId xmlns:a16="http://schemas.microsoft.com/office/drawing/2014/main" id="{2C0E4EA0-AEC6-2040-9DC8-9823144C8DCB}"/>
              </a:ext>
            </a:extLst>
          </p:cNvPr>
          <p:cNvSpPr>
            <a:spLocks noGrp="1"/>
          </p:cNvSpPr>
          <p:nvPr>
            <p:ph type="body" sz="quarter" idx="12" hasCustomPrompt="1"/>
          </p:nvPr>
        </p:nvSpPr>
        <p:spPr>
          <a:xfrm>
            <a:off x="3064979" y="19252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03</a:t>
            </a:r>
          </a:p>
        </p:txBody>
      </p:sp>
      <p:sp>
        <p:nvSpPr>
          <p:cNvPr id="36" name="Text Placeholder 4">
            <a:extLst>
              <a:ext uri="{FF2B5EF4-FFF2-40B4-BE49-F238E27FC236}">
                <a16:creationId xmlns:a16="http://schemas.microsoft.com/office/drawing/2014/main" id="{019E3807-3E52-E344-BE1D-80D26E0087DB}"/>
              </a:ext>
            </a:extLst>
          </p:cNvPr>
          <p:cNvSpPr>
            <a:spLocks noGrp="1"/>
          </p:cNvSpPr>
          <p:nvPr>
            <p:ph type="body" sz="quarter" idx="13" hasCustomPrompt="1"/>
          </p:nvPr>
        </p:nvSpPr>
        <p:spPr>
          <a:xfrm>
            <a:off x="3064979" y="24450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04</a:t>
            </a:r>
          </a:p>
        </p:txBody>
      </p:sp>
      <p:sp>
        <p:nvSpPr>
          <p:cNvPr id="37" name="Text Placeholder 4">
            <a:extLst>
              <a:ext uri="{FF2B5EF4-FFF2-40B4-BE49-F238E27FC236}">
                <a16:creationId xmlns:a16="http://schemas.microsoft.com/office/drawing/2014/main" id="{CB1D9E5D-6DB8-F543-AD52-933C5C991DBB}"/>
              </a:ext>
            </a:extLst>
          </p:cNvPr>
          <p:cNvSpPr>
            <a:spLocks noGrp="1"/>
          </p:cNvSpPr>
          <p:nvPr>
            <p:ph type="body" sz="quarter" idx="14" hasCustomPrompt="1"/>
          </p:nvPr>
        </p:nvSpPr>
        <p:spPr>
          <a:xfrm>
            <a:off x="3064979" y="2957239"/>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05</a:t>
            </a:r>
          </a:p>
        </p:txBody>
      </p:sp>
      <p:sp>
        <p:nvSpPr>
          <p:cNvPr id="38" name="Text Placeholder 4">
            <a:extLst>
              <a:ext uri="{FF2B5EF4-FFF2-40B4-BE49-F238E27FC236}">
                <a16:creationId xmlns:a16="http://schemas.microsoft.com/office/drawing/2014/main" id="{DCAEE080-41A6-D445-8E6D-2AF68332C85C}"/>
              </a:ext>
            </a:extLst>
          </p:cNvPr>
          <p:cNvSpPr>
            <a:spLocks noGrp="1"/>
          </p:cNvSpPr>
          <p:nvPr>
            <p:ph type="body" sz="quarter" idx="15" hasCustomPrompt="1"/>
          </p:nvPr>
        </p:nvSpPr>
        <p:spPr>
          <a:xfrm>
            <a:off x="3064979" y="346942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06</a:t>
            </a:r>
          </a:p>
        </p:txBody>
      </p:sp>
      <p:sp>
        <p:nvSpPr>
          <p:cNvPr id="39" name="Text Placeholder 4">
            <a:extLst>
              <a:ext uri="{FF2B5EF4-FFF2-40B4-BE49-F238E27FC236}">
                <a16:creationId xmlns:a16="http://schemas.microsoft.com/office/drawing/2014/main" id="{D24A6FF9-0ADC-3D4D-B95A-23ED94770AE1}"/>
              </a:ext>
            </a:extLst>
          </p:cNvPr>
          <p:cNvSpPr>
            <a:spLocks noGrp="1"/>
          </p:cNvSpPr>
          <p:nvPr>
            <p:ph type="body" sz="quarter" idx="16" hasCustomPrompt="1"/>
          </p:nvPr>
        </p:nvSpPr>
        <p:spPr>
          <a:xfrm>
            <a:off x="3614198" y="8932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0" name="Text Placeholder 4">
            <a:extLst>
              <a:ext uri="{FF2B5EF4-FFF2-40B4-BE49-F238E27FC236}">
                <a16:creationId xmlns:a16="http://schemas.microsoft.com/office/drawing/2014/main" id="{17202BF7-08E8-0642-B5BB-1D4E28A491E9}"/>
              </a:ext>
            </a:extLst>
          </p:cNvPr>
          <p:cNvSpPr>
            <a:spLocks noGrp="1"/>
          </p:cNvSpPr>
          <p:nvPr>
            <p:ph type="body" sz="quarter" idx="17" hasCustomPrompt="1"/>
          </p:nvPr>
        </p:nvSpPr>
        <p:spPr>
          <a:xfrm>
            <a:off x="3614198" y="14130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1" name="Text Placeholder 4">
            <a:extLst>
              <a:ext uri="{FF2B5EF4-FFF2-40B4-BE49-F238E27FC236}">
                <a16:creationId xmlns:a16="http://schemas.microsoft.com/office/drawing/2014/main" id="{E1DF2E15-278E-BB41-AB8F-A0A51FACFD79}"/>
              </a:ext>
            </a:extLst>
          </p:cNvPr>
          <p:cNvSpPr>
            <a:spLocks noGrp="1"/>
          </p:cNvSpPr>
          <p:nvPr>
            <p:ph type="body" sz="quarter" idx="18" hasCustomPrompt="1"/>
          </p:nvPr>
        </p:nvSpPr>
        <p:spPr>
          <a:xfrm>
            <a:off x="3614198" y="19252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2" name="Text Placeholder 4">
            <a:extLst>
              <a:ext uri="{FF2B5EF4-FFF2-40B4-BE49-F238E27FC236}">
                <a16:creationId xmlns:a16="http://schemas.microsoft.com/office/drawing/2014/main" id="{770D617C-6EF1-9847-9E19-F322FAC38A28}"/>
              </a:ext>
            </a:extLst>
          </p:cNvPr>
          <p:cNvSpPr>
            <a:spLocks noGrp="1"/>
          </p:cNvSpPr>
          <p:nvPr>
            <p:ph type="body" sz="quarter" idx="19" hasCustomPrompt="1"/>
          </p:nvPr>
        </p:nvSpPr>
        <p:spPr>
          <a:xfrm>
            <a:off x="3614198" y="24450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3" name="Text Placeholder 4">
            <a:extLst>
              <a:ext uri="{FF2B5EF4-FFF2-40B4-BE49-F238E27FC236}">
                <a16:creationId xmlns:a16="http://schemas.microsoft.com/office/drawing/2014/main" id="{C49568AB-E132-0347-B868-577B88807D7B}"/>
              </a:ext>
            </a:extLst>
          </p:cNvPr>
          <p:cNvSpPr>
            <a:spLocks noGrp="1"/>
          </p:cNvSpPr>
          <p:nvPr>
            <p:ph type="body" sz="quarter" idx="20" hasCustomPrompt="1"/>
          </p:nvPr>
        </p:nvSpPr>
        <p:spPr>
          <a:xfrm>
            <a:off x="3614198" y="2957239"/>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4" name="Text Placeholder 4">
            <a:extLst>
              <a:ext uri="{FF2B5EF4-FFF2-40B4-BE49-F238E27FC236}">
                <a16:creationId xmlns:a16="http://schemas.microsoft.com/office/drawing/2014/main" id="{BA277EC2-1880-A64A-8CD9-EAFCECD5EA2D}"/>
              </a:ext>
            </a:extLst>
          </p:cNvPr>
          <p:cNvSpPr>
            <a:spLocks noGrp="1"/>
          </p:cNvSpPr>
          <p:nvPr>
            <p:ph type="body" sz="quarter" idx="21" hasCustomPrompt="1"/>
          </p:nvPr>
        </p:nvSpPr>
        <p:spPr>
          <a:xfrm>
            <a:off x="3614198" y="346942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cxnSp>
        <p:nvCxnSpPr>
          <p:cNvPr id="45" name="Straight Connector 44">
            <a:extLst>
              <a:ext uri="{FF2B5EF4-FFF2-40B4-BE49-F238E27FC236}">
                <a16:creationId xmlns:a16="http://schemas.microsoft.com/office/drawing/2014/main" id="{3D8C977B-490A-7A40-83B1-341231F1E4DA}"/>
              </a:ext>
            </a:extLst>
          </p:cNvPr>
          <p:cNvCxnSpPr>
            <a:cxnSpLocks/>
          </p:cNvCxnSpPr>
          <p:nvPr userDrawn="1"/>
        </p:nvCxnSpPr>
        <p:spPr>
          <a:xfrm>
            <a:off x="2794011" y="685800"/>
            <a:ext cx="0" cy="394335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6" name="Text Placeholder 3">
            <a:extLst>
              <a:ext uri="{FF2B5EF4-FFF2-40B4-BE49-F238E27FC236}">
                <a16:creationId xmlns:a16="http://schemas.microsoft.com/office/drawing/2014/main" id="{F46579F0-C0D7-394C-ABF4-CA5A1613E04C}"/>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276860621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342901" y="1719232"/>
            <a:ext cx="5587604" cy="692498"/>
          </a:xfrm>
        </p:spPr>
        <p:txBody>
          <a:bodyPr wrap="square">
            <a:spAutoFit/>
          </a:bodyPr>
          <a:lstStyle>
            <a:lvl1pPr>
              <a:defRPr sz="4500">
                <a:latin typeface="Calibri Light" panose="020F0302020204030204" pitchFamily="34" charset="0"/>
                <a:cs typeface="Calibri Light" panose="020F0302020204030204" pitchFamily="34" charset="0"/>
              </a:defRPr>
            </a:lvl1pPr>
          </a:lstStyle>
          <a:p>
            <a:r>
              <a:rPr lang="en-US"/>
              <a:t>Section Header</a:t>
            </a:r>
          </a:p>
        </p:txBody>
      </p:sp>
      <p:sp>
        <p:nvSpPr>
          <p:cNvPr id="4" name="Text Placeholder 3">
            <a:extLst>
              <a:ext uri="{FF2B5EF4-FFF2-40B4-BE49-F238E27FC236}">
                <a16:creationId xmlns:a16="http://schemas.microsoft.com/office/drawing/2014/main" id="{1F897BD5-071C-4070-AB48-99AEFB09E739}"/>
              </a:ext>
            </a:extLst>
          </p:cNvPr>
          <p:cNvSpPr>
            <a:spLocks noGrp="1"/>
          </p:cNvSpPr>
          <p:nvPr>
            <p:ph type="body" sz="quarter" idx="10"/>
          </p:nvPr>
        </p:nvSpPr>
        <p:spPr>
          <a:xfrm>
            <a:off x="342900" y="2571750"/>
            <a:ext cx="6474619" cy="1543050"/>
          </a:xfrm>
          <a:prstGeom prst="rect">
            <a:avLst/>
          </a:prstGeom>
        </p:spPr>
        <p:txBody>
          <a:bodyPr/>
          <a:lstStyle>
            <a:lvl1pPr>
              <a:defRPr sz="1350"/>
            </a:lvl1pPr>
            <a:lvl2pPr>
              <a:buNone/>
              <a:defRPr/>
            </a:lvl2pPr>
          </a:lstStyle>
          <a:p>
            <a:pPr lvl="0"/>
            <a:r>
              <a:rPr lang="en-US"/>
              <a:t>Click to edit Master text styles</a:t>
            </a:r>
          </a:p>
        </p:txBody>
      </p:sp>
    </p:spTree>
    <p:extLst>
      <p:ext uri="{BB962C8B-B14F-4D97-AF65-F5344CB8AC3E}">
        <p14:creationId xmlns:p14="http://schemas.microsoft.com/office/powerpoint/2010/main" val="385021546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B0330134-8A98-4980-8768-0A6F6740898D}"/>
              </a:ext>
            </a:extLst>
          </p:cNvPr>
          <p:cNvSpPr>
            <a:spLocks noGrp="1"/>
          </p:cNvSpPr>
          <p:nvPr>
            <p:ph type="title" hasCustomPrompt="1"/>
          </p:nvPr>
        </p:nvSpPr>
        <p:spPr>
          <a:xfrm>
            <a:off x="342901" y="1719232"/>
            <a:ext cx="5587604" cy="692498"/>
          </a:xfrm>
        </p:spPr>
        <p:txBody>
          <a:bodyPr wrap="square">
            <a:spAutoFit/>
          </a:bodyPr>
          <a:lstStyle>
            <a:lvl1pPr>
              <a:defRPr sz="45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45AAE230-03E7-412A-8ABA-3FCF0021065E}"/>
              </a:ext>
            </a:extLst>
          </p:cNvPr>
          <p:cNvSpPr>
            <a:spLocks noGrp="1"/>
          </p:cNvSpPr>
          <p:nvPr>
            <p:ph type="body" sz="quarter" idx="10"/>
          </p:nvPr>
        </p:nvSpPr>
        <p:spPr>
          <a:xfrm>
            <a:off x="342900" y="2571750"/>
            <a:ext cx="6474619" cy="1543050"/>
          </a:xfrm>
          <a:prstGeom prst="rect">
            <a:avLst/>
          </a:prstGeom>
        </p:spPr>
        <p:txBody>
          <a:bodyPr/>
          <a:lstStyle>
            <a:lvl1pPr>
              <a:defRPr sz="1350">
                <a:solidFill>
                  <a:schemeClr val="bg1"/>
                </a:solidFill>
              </a:defRPr>
            </a:lvl1pPr>
            <a:lvl2pPr>
              <a:buNone/>
              <a:defRPr/>
            </a:lvl2pPr>
          </a:lstStyle>
          <a:p>
            <a:pPr lvl="0"/>
            <a:r>
              <a:rPr lang="en-US"/>
              <a:t>Click to edit Master text styles</a:t>
            </a:r>
          </a:p>
        </p:txBody>
      </p:sp>
      <p:pic>
        <p:nvPicPr>
          <p:cNvPr id="3" name="Graphic 2">
            <a:extLst>
              <a:ext uri="{FF2B5EF4-FFF2-40B4-BE49-F238E27FC236}">
                <a16:creationId xmlns:a16="http://schemas.microsoft.com/office/drawing/2014/main" id="{ED39377C-A4AF-4B79-9CA5-600FF7C9AA2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9" name="TextBox 8">
            <a:extLst>
              <a:ext uri="{FF2B5EF4-FFF2-40B4-BE49-F238E27FC236}">
                <a16:creationId xmlns:a16="http://schemas.microsoft.com/office/drawing/2014/main" id="{581E7284-C854-184C-A06D-CACC02F73E92}"/>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2" name="Text Placeholder 3">
            <a:extLst>
              <a:ext uri="{FF2B5EF4-FFF2-40B4-BE49-F238E27FC236}">
                <a16:creationId xmlns:a16="http://schemas.microsoft.com/office/drawing/2014/main" id="{18A1A574-71CC-6640-9BC0-9339C3ABCCC1}"/>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51628004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Picture">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AC1C81F5-54D7-4540-9257-18BFF40092EA}"/>
              </a:ext>
            </a:extLst>
          </p:cNvPr>
          <p:cNvSpPr>
            <a:spLocks noGrp="1"/>
          </p:cNvSpPr>
          <p:nvPr>
            <p:ph type="pic" sz="quarter" idx="13"/>
          </p:nvPr>
        </p:nvSpPr>
        <p:spPr>
          <a:xfrm>
            <a:off x="0" y="0"/>
            <a:ext cx="9144000" cy="5143500"/>
          </a:xfrm>
          <a:prstGeom prst="rect">
            <a:avLst/>
          </a:prstGeom>
          <a:solidFill>
            <a:schemeClr val="bg1">
              <a:lumMod val="65000"/>
            </a:schemeClr>
          </a:solidFill>
        </p:spPr>
        <p:txBody>
          <a:bodyPr/>
          <a:lstStyle>
            <a:lvl1pPr>
              <a:defRPr/>
            </a:lvl1pPr>
          </a:lstStyle>
          <a:p>
            <a:r>
              <a:rPr lang="en-US"/>
              <a:t>Click icon to add picture</a:t>
            </a:r>
          </a:p>
        </p:txBody>
      </p:sp>
      <p:sp>
        <p:nvSpPr>
          <p:cNvPr id="9" name="Title 2">
            <a:extLst>
              <a:ext uri="{FF2B5EF4-FFF2-40B4-BE49-F238E27FC236}">
                <a16:creationId xmlns:a16="http://schemas.microsoft.com/office/drawing/2014/main" id="{2C8D4D26-39BC-439E-9736-9CE3385DD9DC}"/>
              </a:ext>
            </a:extLst>
          </p:cNvPr>
          <p:cNvSpPr>
            <a:spLocks noGrp="1"/>
          </p:cNvSpPr>
          <p:nvPr>
            <p:ph type="title" hasCustomPrompt="1"/>
          </p:nvPr>
        </p:nvSpPr>
        <p:spPr>
          <a:xfrm>
            <a:off x="342901" y="1719232"/>
            <a:ext cx="5587604" cy="692498"/>
          </a:xfrm>
        </p:spPr>
        <p:txBody>
          <a:bodyPr wrap="square">
            <a:spAutoFit/>
          </a:bodyPr>
          <a:lstStyle>
            <a:lvl1pPr>
              <a:defRPr sz="45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E33501BA-291D-41ED-BCBD-8B23A9C86C4B}"/>
              </a:ext>
            </a:extLst>
          </p:cNvPr>
          <p:cNvSpPr>
            <a:spLocks noGrp="1"/>
          </p:cNvSpPr>
          <p:nvPr>
            <p:ph type="body" sz="quarter" idx="11"/>
          </p:nvPr>
        </p:nvSpPr>
        <p:spPr>
          <a:xfrm>
            <a:off x="342900" y="2571750"/>
            <a:ext cx="6474619" cy="1543050"/>
          </a:xfrm>
          <a:prstGeom prst="rect">
            <a:avLst/>
          </a:prstGeom>
        </p:spPr>
        <p:txBody>
          <a:bodyPr/>
          <a:lstStyle>
            <a:lvl1pPr>
              <a:defRPr sz="1350">
                <a:solidFill>
                  <a:schemeClr val="bg1"/>
                </a:solidFill>
              </a:defRPr>
            </a:lvl1pPr>
            <a:lvl2pPr>
              <a:buNone/>
              <a:defRPr/>
            </a:lvl2pPr>
          </a:lstStyle>
          <a:p>
            <a:pPr lvl="0"/>
            <a:r>
              <a:rPr lang="en-US"/>
              <a:t>Click to edit Master text styles</a:t>
            </a:r>
          </a:p>
        </p:txBody>
      </p:sp>
      <p:sp>
        <p:nvSpPr>
          <p:cNvPr id="8" name="TextBox 7">
            <a:extLst>
              <a:ext uri="{FF2B5EF4-FFF2-40B4-BE49-F238E27FC236}">
                <a16:creationId xmlns:a16="http://schemas.microsoft.com/office/drawing/2014/main" id="{F10D9AC8-F415-4F41-81BB-33EEA9AD7083}"/>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4" name="Text Placeholder 3">
            <a:extLst>
              <a:ext uri="{FF2B5EF4-FFF2-40B4-BE49-F238E27FC236}">
                <a16:creationId xmlns:a16="http://schemas.microsoft.com/office/drawing/2014/main" id="{6CAD51B5-4F0B-1246-8F71-7B2D95B954E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pic>
        <p:nvPicPr>
          <p:cNvPr id="11" name="Graphic 10">
            <a:extLst>
              <a:ext uri="{FF2B5EF4-FFF2-40B4-BE49-F238E27FC236}">
                <a16:creationId xmlns:a16="http://schemas.microsoft.com/office/drawing/2014/main" id="{41B932DC-E0AB-5041-A632-07A26B0EB21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65120604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28468401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8454652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p:nvPr>
        </p:nvSpPr>
        <p:spPr>
          <a:xfrm>
            <a:off x="342900" y="684111"/>
            <a:ext cx="8455914" cy="207749"/>
          </a:xfrm>
          <a:prstGeom prst="rect">
            <a:avLst/>
          </a:prstGeom>
        </p:spPr>
        <p:txBody>
          <a:bodyPr wrap="square" lIns="0" tIns="0" rIns="0" bIns="0" anchor="t" anchorCtr="0">
            <a:spAutoFit/>
          </a:bodyPr>
          <a:lstStyle>
            <a:lvl1pPr marL="0" indent="0">
              <a:lnSpc>
                <a:spcPct val="100000"/>
              </a:lnSpc>
              <a:spcBef>
                <a:spcPts val="0"/>
              </a:spcBef>
              <a:buNone/>
              <a:defRPr sz="1350" b="0" i="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02592909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831574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218CE59C-541D-F946-A8DA-A4B9F8BF479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10" name="TextBox 9">
            <a:extLst>
              <a:ext uri="{FF2B5EF4-FFF2-40B4-BE49-F238E27FC236}">
                <a16:creationId xmlns:a16="http://schemas.microsoft.com/office/drawing/2014/main" id="{3F83E1B4-D017-3E4B-8268-79DFC41DB4DB}"/>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8" name="Title 1">
            <a:extLst>
              <a:ext uri="{FF2B5EF4-FFF2-40B4-BE49-F238E27FC236}">
                <a16:creationId xmlns:a16="http://schemas.microsoft.com/office/drawing/2014/main" id="{267E2E61-17F9-0842-9210-A1111E25B866}"/>
              </a:ext>
            </a:extLst>
          </p:cNvPr>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9" name="Text Placeholder 10">
            <a:extLst>
              <a:ext uri="{FF2B5EF4-FFF2-40B4-BE49-F238E27FC236}">
                <a16:creationId xmlns:a16="http://schemas.microsoft.com/office/drawing/2014/main" id="{0548B8AD-0CC3-5248-932C-F8A325C1B47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12" name="Text Placeholder 3">
            <a:extLst>
              <a:ext uri="{FF2B5EF4-FFF2-40B4-BE49-F238E27FC236}">
                <a16:creationId xmlns:a16="http://schemas.microsoft.com/office/drawing/2014/main" id="{E4D782FD-394E-974B-830A-5392AB47CB04}"/>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310843185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25524" y="0"/>
            <a:ext cx="4516561" cy="5143500"/>
          </a:xfrm>
          <a:prstGeom prst="rect">
            <a:avLst/>
          </a:prstGeom>
          <a:solidFill>
            <a:schemeClr val="accent4"/>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342900"/>
            <a:ext cx="2714625" cy="253916"/>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180594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9" name="Text Placeholder 2">
            <a:extLst>
              <a:ext uri="{FF2B5EF4-FFF2-40B4-BE49-F238E27FC236}">
                <a16:creationId xmlns:a16="http://schemas.microsoft.com/office/drawing/2014/main" id="{EC0BE653-C375-415A-859B-2A7348B8E418}"/>
              </a:ext>
            </a:extLst>
          </p:cNvPr>
          <p:cNvSpPr>
            <a:spLocks noGrp="1"/>
          </p:cNvSpPr>
          <p:nvPr>
            <p:ph type="body" sz="quarter" idx="17" hasCustomPrompt="1"/>
          </p:nvPr>
        </p:nvSpPr>
        <p:spPr>
          <a:xfrm>
            <a:off x="357188" y="1200150"/>
            <a:ext cx="3743325" cy="1411733"/>
          </a:xfrm>
          <a:prstGeom prst="rect">
            <a:avLst/>
          </a:prstGeom>
        </p:spPr>
        <p:txBody>
          <a:bodyPr wrap="square">
            <a:spAutoFit/>
          </a:bodyPr>
          <a:lstStyle>
            <a:lvl1pPr>
              <a:defRPr sz="120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126584" y="2364452"/>
            <a:ext cx="5143502" cy="414595"/>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16038500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365206" y="0"/>
            <a:ext cx="1778792"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CDF557E5-085D-F44F-B30C-91E51AE491D3}"/>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0" name="Text Placeholder 3">
            <a:extLst>
              <a:ext uri="{FF2B5EF4-FFF2-40B4-BE49-F238E27FC236}">
                <a16:creationId xmlns:a16="http://schemas.microsoft.com/office/drawing/2014/main" id="{FE178E08-6B21-2843-9385-4D9886760A91}"/>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1" name="Text Placeholder 10">
            <a:extLst>
              <a:ext uri="{FF2B5EF4-FFF2-40B4-BE49-F238E27FC236}">
                <a16:creationId xmlns:a16="http://schemas.microsoft.com/office/drawing/2014/main" id="{2E8C029E-1B45-494C-B838-1704772FF782}"/>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9" name="Title 1">
            <a:extLst>
              <a:ext uri="{FF2B5EF4-FFF2-40B4-BE49-F238E27FC236}">
                <a16:creationId xmlns:a16="http://schemas.microsoft.com/office/drawing/2014/main" id="{46C1CA1B-2E41-DA49-A688-13BC117567D0}"/>
              </a:ext>
            </a:extLst>
          </p:cNvPr>
          <p:cNvSpPr>
            <a:spLocks noGrp="1"/>
          </p:cNvSpPr>
          <p:nvPr>
            <p:ph type="title"/>
          </p:nvPr>
        </p:nvSpPr>
        <p:spPr>
          <a:xfrm>
            <a:off x="342900" y="342900"/>
            <a:ext cx="4909521" cy="3429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30234999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5930503" y="0"/>
            <a:ext cx="321349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CDF557E5-085D-F44F-B30C-91E51AE491D3}"/>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0" name="Text Placeholder 3">
            <a:extLst>
              <a:ext uri="{FF2B5EF4-FFF2-40B4-BE49-F238E27FC236}">
                <a16:creationId xmlns:a16="http://schemas.microsoft.com/office/drawing/2014/main" id="{FE178E08-6B21-2843-9385-4D9886760A91}"/>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1" name="Text Placeholder 10">
            <a:extLst>
              <a:ext uri="{FF2B5EF4-FFF2-40B4-BE49-F238E27FC236}">
                <a16:creationId xmlns:a16="http://schemas.microsoft.com/office/drawing/2014/main" id="{2E8C029E-1B45-494C-B838-1704772FF782}"/>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9" name="Title 1">
            <a:extLst>
              <a:ext uri="{FF2B5EF4-FFF2-40B4-BE49-F238E27FC236}">
                <a16:creationId xmlns:a16="http://schemas.microsoft.com/office/drawing/2014/main" id="{46C1CA1B-2E41-DA49-A688-13BC117567D0}"/>
              </a:ext>
            </a:extLst>
          </p:cNvPr>
          <p:cNvSpPr>
            <a:spLocks noGrp="1"/>
          </p:cNvSpPr>
          <p:nvPr>
            <p:ph type="title"/>
          </p:nvPr>
        </p:nvSpPr>
        <p:spPr>
          <a:xfrm>
            <a:off x="342900" y="342900"/>
            <a:ext cx="4909521" cy="3429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142444698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4571999" y="0"/>
            <a:ext cx="4572000"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4" name="Title 1">
            <a:extLst>
              <a:ext uri="{FF2B5EF4-FFF2-40B4-BE49-F238E27FC236}">
                <a16:creationId xmlns:a16="http://schemas.microsoft.com/office/drawing/2014/main" id="{E4955F73-BCD8-4858-BDA2-D30A6DDD9E2F}"/>
              </a:ext>
            </a:extLst>
          </p:cNvPr>
          <p:cNvSpPr>
            <a:spLocks noGrp="1"/>
          </p:cNvSpPr>
          <p:nvPr>
            <p:ph type="title"/>
          </p:nvPr>
        </p:nvSpPr>
        <p:spPr>
          <a:xfrm>
            <a:off x="342900" y="694267"/>
            <a:ext cx="3598069" cy="253916"/>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6DB3700-A2AA-CC46-AB06-739575CE1198}"/>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8" name="Text Placeholder 3">
            <a:extLst>
              <a:ext uri="{FF2B5EF4-FFF2-40B4-BE49-F238E27FC236}">
                <a16:creationId xmlns:a16="http://schemas.microsoft.com/office/drawing/2014/main" id="{78F2DB0F-A762-9841-A4D7-8B6F3D5251E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4936516" y="723421"/>
            <a:ext cx="1661609" cy="184666"/>
          </a:xfrm>
          <a:prstGeom prst="rect">
            <a:avLst/>
          </a:prstGeom>
          <a:noFill/>
        </p:spPr>
        <p:txBody>
          <a:bodyPr vert="horz" wrap="none" lIns="0" tIns="0" rIns="0" bIns="0" rtlCol="0" anchor="ctr">
            <a:spAutoFit/>
          </a:bodyPr>
          <a:lstStyle>
            <a:lvl1pPr>
              <a:defRPr lang="en-US" sz="1200" b="1" cap="none" spc="75" baseline="0" smtClean="0">
                <a:solidFill>
                  <a:schemeClr val="tx1"/>
                </a:solidFill>
                <a:ea typeface="+mj-ea"/>
                <a:cs typeface="+mj-cs"/>
              </a:defRPr>
            </a:lvl1pPr>
            <a:lvl2pPr marL="128588" indent="0">
              <a:buNone/>
              <a:defRPr lang="en-US" sz="1013" smtClean="0"/>
            </a:lvl2pPr>
            <a:lvl3pPr>
              <a:defRPr lang="en-US" sz="1013" smtClean="0"/>
            </a:lvl3pPr>
            <a:lvl4pPr>
              <a:defRPr lang="en-US" sz="1013" smtClean="0"/>
            </a:lvl4pPr>
            <a:lvl5pPr>
              <a:defRPr lang="en-US" sz="1013"/>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4936515" y="2400085"/>
            <a:ext cx="1661609" cy="184666"/>
          </a:xfrm>
          <a:prstGeom prst="rect">
            <a:avLst/>
          </a:prstGeom>
          <a:noFill/>
        </p:spPr>
        <p:txBody>
          <a:bodyPr vert="horz" wrap="none" lIns="0" tIns="0" rIns="0" bIns="0" rtlCol="0" anchor="ctr">
            <a:spAutoFit/>
          </a:bodyPr>
          <a:lstStyle>
            <a:lvl1pPr>
              <a:defRPr lang="en-US" sz="1200" b="1" cap="none" spc="75" baseline="0" smtClean="0">
                <a:solidFill>
                  <a:schemeClr val="tx1"/>
                </a:solidFill>
                <a:ea typeface="+mj-ea"/>
                <a:cs typeface="+mj-cs"/>
              </a:defRPr>
            </a:lvl1pPr>
            <a:lvl2pPr marL="128588" indent="0">
              <a:buNone/>
              <a:defRPr lang="en-US" sz="1013" smtClean="0"/>
            </a:lvl2pPr>
            <a:lvl3pPr>
              <a:defRPr lang="en-US" sz="1013" smtClean="0"/>
            </a:lvl3pPr>
            <a:lvl4pPr>
              <a:defRPr lang="en-US" sz="1013" smtClean="0"/>
            </a:lvl4pPr>
            <a:lvl5pPr>
              <a:defRPr lang="en-US" sz="1013"/>
            </a:lvl5pPr>
          </a:lstStyle>
          <a:p>
            <a:pPr marL="0" lvl="0">
              <a:lnSpc>
                <a:spcPct val="100000"/>
              </a:lnSpc>
              <a:spcBef>
                <a:spcPct val="0"/>
              </a:spcBef>
              <a:buNone/>
            </a:pPr>
            <a:r>
              <a:rPr lang="en-US"/>
              <a:t>Edit Master Text Styles</a:t>
            </a:r>
          </a:p>
        </p:txBody>
      </p:sp>
      <p:sp>
        <p:nvSpPr>
          <p:cNvPr id="11" name="Text Placeholder 10">
            <a:extLst>
              <a:ext uri="{FF2B5EF4-FFF2-40B4-BE49-F238E27FC236}">
                <a16:creationId xmlns:a16="http://schemas.microsoft.com/office/drawing/2014/main" id="{E59EA3FB-C095-0948-83CD-4F812F3CA45C}"/>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77090075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4571999" y="0"/>
            <a:ext cx="4572000"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342900"/>
            <a:ext cx="3598069" cy="342900"/>
          </a:xfrm>
        </p:spPr>
        <p:txBody>
          <a:bodyPr/>
          <a:lstStyle>
            <a:lvl1pPr>
              <a:defRPr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4572000" y="0"/>
            <a:ext cx="4572000" cy="5143500"/>
          </a:xfrm>
          <a:prstGeom prst="rect">
            <a:avLst/>
          </a:prstGeom>
        </p:spPr>
        <p:txBody>
          <a:bodyPr/>
          <a:lstStyle/>
          <a:p>
            <a:r>
              <a:rPr lang="en-US"/>
              <a:t>Click icon to add picture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7" name="TextBox 6">
            <a:extLst>
              <a:ext uri="{FF2B5EF4-FFF2-40B4-BE49-F238E27FC236}">
                <a16:creationId xmlns:a16="http://schemas.microsoft.com/office/drawing/2014/main" id="{AFC233F4-4BA6-EC46-8DB3-143A95D5459A}"/>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9" name="Text Placeholder 3">
            <a:extLst>
              <a:ext uri="{FF2B5EF4-FFF2-40B4-BE49-F238E27FC236}">
                <a16:creationId xmlns:a16="http://schemas.microsoft.com/office/drawing/2014/main" id="{B8E027D5-10AF-5247-B60F-C8B2D62BC77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Tree>
    <p:extLst>
      <p:ext uri="{BB962C8B-B14F-4D97-AF65-F5344CB8AC3E}">
        <p14:creationId xmlns:p14="http://schemas.microsoft.com/office/powerpoint/2010/main" val="40351486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ase Study-1/2 Picture Logo">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4571999" y="0"/>
            <a:ext cx="4572000"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685800"/>
            <a:ext cx="3598069" cy="342900"/>
          </a:xfrm>
        </p:spPr>
        <p:txBody>
          <a:bodyPr/>
          <a:lstStyle>
            <a:lvl1pPr>
              <a:defRPr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4572000" y="0"/>
            <a:ext cx="4572000" cy="5143500"/>
          </a:xfrm>
          <a:prstGeom prst="rect">
            <a:avLst/>
          </a:prstGeom>
        </p:spPr>
        <p:txBody>
          <a:bodyPr/>
          <a:lstStyle/>
          <a:p>
            <a:r>
              <a:rPr lang="en-US"/>
              <a:t>Click icon to add picture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7" name="TextBox 6">
            <a:extLst>
              <a:ext uri="{FF2B5EF4-FFF2-40B4-BE49-F238E27FC236}">
                <a16:creationId xmlns:a16="http://schemas.microsoft.com/office/drawing/2014/main" id="{AFC233F4-4BA6-EC46-8DB3-143A95D5459A}"/>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9" name="Text Placeholder 3">
            <a:extLst>
              <a:ext uri="{FF2B5EF4-FFF2-40B4-BE49-F238E27FC236}">
                <a16:creationId xmlns:a16="http://schemas.microsoft.com/office/drawing/2014/main" id="{B8E027D5-10AF-5247-B60F-C8B2D62BC77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Tree>
    <p:extLst>
      <p:ext uri="{BB962C8B-B14F-4D97-AF65-F5344CB8AC3E}">
        <p14:creationId xmlns:p14="http://schemas.microsoft.com/office/powerpoint/2010/main" val="3556668290"/>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3226594" y="0"/>
            <a:ext cx="591740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1" y="352425"/>
            <a:ext cx="2705195" cy="253916"/>
          </a:xfrm>
        </p:spPr>
        <p:txBody>
          <a:bodyPr wrap="square">
            <a:spAutoFit/>
          </a:bodyPr>
          <a:lstStyle>
            <a:lvl1pPr>
              <a:defRPr b="1">
                <a:solidFill>
                  <a:schemeClr val="tx1"/>
                </a:solidFill>
                <a:latin typeface="+mn-lt"/>
              </a:defRPr>
            </a:lvl1pPr>
          </a:lstStyle>
          <a:p>
            <a:r>
              <a:rPr lang="en-US"/>
              <a:t>Click to edit Master title style</a:t>
            </a:r>
          </a:p>
        </p:txBody>
      </p:sp>
      <p:sp>
        <p:nvSpPr>
          <p:cNvPr id="12" name="TextBox 11">
            <a:extLst>
              <a:ext uri="{FF2B5EF4-FFF2-40B4-BE49-F238E27FC236}">
                <a16:creationId xmlns:a16="http://schemas.microsoft.com/office/drawing/2014/main" id="{9D211704-E6A2-554A-83D7-019EF0F003D0}"/>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3236023" y="0"/>
            <a:ext cx="5907977" cy="5143500"/>
          </a:xfrm>
          <a:prstGeom prst="rect">
            <a:avLst/>
          </a:prstGeom>
        </p:spPr>
        <p:txBody>
          <a:bodyPr/>
          <a:lstStyle/>
          <a:p>
            <a:r>
              <a:rPr lang="en-US"/>
              <a:t>Click icon to add picture</a:t>
            </a:r>
          </a:p>
        </p:txBody>
      </p:sp>
      <p:sp>
        <p:nvSpPr>
          <p:cNvPr id="10" name="Text Placeholder 10">
            <a:extLst>
              <a:ext uri="{FF2B5EF4-FFF2-40B4-BE49-F238E27FC236}">
                <a16:creationId xmlns:a16="http://schemas.microsoft.com/office/drawing/2014/main" id="{703B5AFB-E799-0442-BA28-6AF5A02967FE}"/>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412862843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se Study-2/3 Picture Logo">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3226594" y="0"/>
            <a:ext cx="591740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1" y="693254"/>
            <a:ext cx="2705195" cy="253916"/>
          </a:xfrm>
        </p:spPr>
        <p:txBody>
          <a:bodyPr wrap="square">
            <a:spAutoFit/>
          </a:bodyPr>
          <a:lstStyle>
            <a:lvl1pPr>
              <a:defRPr b="1">
                <a:solidFill>
                  <a:schemeClr val="tx1"/>
                </a:solidFill>
                <a:latin typeface="+mn-lt"/>
              </a:defRPr>
            </a:lvl1pPr>
          </a:lstStyle>
          <a:p>
            <a:r>
              <a:rPr lang="en-US"/>
              <a:t>Click to edit Master title style</a:t>
            </a:r>
          </a:p>
        </p:txBody>
      </p:sp>
      <p:sp>
        <p:nvSpPr>
          <p:cNvPr id="12" name="TextBox 11">
            <a:extLst>
              <a:ext uri="{FF2B5EF4-FFF2-40B4-BE49-F238E27FC236}">
                <a16:creationId xmlns:a16="http://schemas.microsoft.com/office/drawing/2014/main" id="{9D211704-E6A2-554A-83D7-019EF0F003D0}"/>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3236023" y="0"/>
            <a:ext cx="5907977" cy="5143500"/>
          </a:xfrm>
          <a:prstGeom prst="rect">
            <a:avLst/>
          </a:prstGeom>
        </p:spPr>
        <p:txBody>
          <a:bodyPr/>
          <a:lstStyle/>
          <a:p>
            <a:r>
              <a:rPr lang="en-US"/>
              <a:t>Click icon to add picture</a:t>
            </a:r>
          </a:p>
        </p:txBody>
      </p:sp>
    </p:spTree>
    <p:extLst>
      <p:ext uri="{BB962C8B-B14F-4D97-AF65-F5344CB8AC3E}">
        <p14:creationId xmlns:p14="http://schemas.microsoft.com/office/powerpoint/2010/main" val="395220736"/>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178355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227881" y="1200150"/>
            <a:ext cx="3598069" cy="253916"/>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237311" y="1714500"/>
            <a:ext cx="3588639" cy="2743200"/>
          </a:xfrm>
        </p:spPr>
        <p:txBody>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167084896"/>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5385197"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685800"/>
            <a:ext cx="3598069" cy="253916"/>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52330" y="1200150"/>
            <a:ext cx="3588639" cy="2743200"/>
          </a:xfrm>
          <a:prstGeom prst="rect">
            <a:avLst/>
          </a:prstGeom>
        </p:spPr>
        <p:txBody>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6" name="Text Placeholder 10">
            <a:extLst>
              <a:ext uri="{FF2B5EF4-FFF2-40B4-BE49-F238E27FC236}">
                <a16:creationId xmlns:a16="http://schemas.microsoft.com/office/drawing/2014/main" id="{D02C5AA0-D8CE-634A-97A8-97B2BC715078}"/>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57621174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1783556"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227881" y="1200150"/>
            <a:ext cx="3598069" cy="253916"/>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237311" y="1714500"/>
            <a:ext cx="3588639" cy="2743200"/>
          </a:xfrm>
        </p:spPr>
        <p:txBody>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71257947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25524" y="0"/>
            <a:ext cx="2356768"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342900"/>
            <a:ext cx="1805940" cy="507831"/>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180594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2331244" y="0"/>
            <a:ext cx="6812756" cy="5143500"/>
          </a:xfrm>
          <a:prstGeom prst="rect">
            <a:avLst/>
          </a:prstGeom>
        </p:spPr>
        <p:txBody>
          <a:bodyPr/>
          <a:lstStyle/>
          <a:p>
            <a:r>
              <a:rPr lang="en-US"/>
              <a:t>Click icon to add picture</a:t>
            </a:r>
          </a:p>
        </p:txBody>
      </p:sp>
    </p:spTree>
    <p:extLst>
      <p:ext uri="{BB962C8B-B14F-4D97-AF65-F5344CB8AC3E}">
        <p14:creationId xmlns:p14="http://schemas.microsoft.com/office/powerpoint/2010/main" val="191453372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3226594"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9" name="Title 1">
            <a:extLst>
              <a:ext uri="{FF2B5EF4-FFF2-40B4-BE49-F238E27FC236}">
                <a16:creationId xmlns:a16="http://schemas.microsoft.com/office/drawing/2014/main" id="{11BCE546-F0EF-2742-9891-475F8219D406}"/>
              </a:ext>
            </a:extLst>
          </p:cNvPr>
          <p:cNvSpPr>
            <a:spLocks noGrp="1"/>
          </p:cNvSpPr>
          <p:nvPr>
            <p:ph type="title"/>
          </p:nvPr>
        </p:nvSpPr>
        <p:spPr>
          <a:xfrm>
            <a:off x="342901" y="374734"/>
            <a:ext cx="2705195" cy="253916"/>
          </a:xfrm>
        </p:spPr>
        <p:txBody>
          <a:bodyPr wrap="square">
            <a:spAutoFit/>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B2196D5E-2DE5-E948-A22F-E057A6B9991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090288385"/>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5385197"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695515"/>
            <a:ext cx="3598069" cy="253916"/>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52330" y="1209865"/>
            <a:ext cx="3588639" cy="2224311"/>
          </a:xfrm>
          <a:prstGeom prst="rect">
            <a:avLst/>
          </a:prstGeom>
        </p:spPr>
        <p:txBody>
          <a:bodyPr>
            <a:spAutoFit/>
          </a:bodyPr>
          <a:lstStyle>
            <a:lvl1pPr>
              <a:defRPr sz="12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6" name="Text Placeholder 10">
            <a:extLst>
              <a:ext uri="{FF2B5EF4-FFF2-40B4-BE49-F238E27FC236}">
                <a16:creationId xmlns:a16="http://schemas.microsoft.com/office/drawing/2014/main" id="{2E184C37-FA49-E94C-B478-B1492E6E7F7A}"/>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365659620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1805940" cy="507831"/>
          </a:xfrm>
        </p:spPr>
        <p:txBody>
          <a:bodyPr>
            <a:spAutoFit/>
          </a:bodyPr>
          <a:lstStyle>
            <a:lvl1pPr>
              <a:defRPr b="1">
                <a:solidFill>
                  <a:schemeClr val="tx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180594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2331244" y="0"/>
            <a:ext cx="6812756"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8" name="TextBox 7">
            <a:extLst>
              <a:ext uri="{FF2B5EF4-FFF2-40B4-BE49-F238E27FC236}">
                <a16:creationId xmlns:a16="http://schemas.microsoft.com/office/drawing/2014/main" id="{42CC76E4-4D68-894E-AF17-C8188D17CE71}"/>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3" name="Text Placeholder 3">
            <a:extLst>
              <a:ext uri="{FF2B5EF4-FFF2-40B4-BE49-F238E27FC236}">
                <a16:creationId xmlns:a16="http://schemas.microsoft.com/office/drawing/2014/main" id="{B4E5246D-43F4-5946-BF12-EAA7EF1F6B9B}"/>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2932133913"/>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4571999" y="0"/>
            <a:ext cx="4572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D5E70CA8-AE5E-9144-B51A-3DB9B2B912F8}"/>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1" name="Text Placeholder 10">
            <a:extLst>
              <a:ext uri="{FF2B5EF4-FFF2-40B4-BE49-F238E27FC236}">
                <a16:creationId xmlns:a16="http://schemas.microsoft.com/office/drawing/2014/main" id="{2A2E37B5-D917-F347-A92A-FFF42F041ED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12" name="Title 1">
            <a:extLst>
              <a:ext uri="{FF2B5EF4-FFF2-40B4-BE49-F238E27FC236}">
                <a16:creationId xmlns:a16="http://schemas.microsoft.com/office/drawing/2014/main" id="{C8B879C7-3885-2143-A73F-46BF268524BA}"/>
              </a:ext>
            </a:extLst>
          </p:cNvPr>
          <p:cNvSpPr>
            <a:spLocks noGrp="1"/>
          </p:cNvSpPr>
          <p:nvPr>
            <p:ph type="title"/>
          </p:nvPr>
        </p:nvSpPr>
        <p:spPr>
          <a:xfrm>
            <a:off x="342900" y="342900"/>
            <a:ext cx="3598069" cy="342900"/>
          </a:xfrm>
        </p:spPr>
        <p:txBody>
          <a:bodyPr/>
          <a:lstStyle>
            <a:lvl1pPr>
              <a:defRPr b="1">
                <a:latin typeface="+mn-lt"/>
              </a:defRPr>
            </a:lvl1pPr>
          </a:lstStyle>
          <a:p>
            <a:r>
              <a:rPr lang="en-US"/>
              <a:t>Click to edit Master title style</a:t>
            </a:r>
          </a:p>
        </p:txBody>
      </p:sp>
      <p:sp>
        <p:nvSpPr>
          <p:cNvPr id="13" name="Text Placeholder 3">
            <a:extLst>
              <a:ext uri="{FF2B5EF4-FFF2-40B4-BE49-F238E27FC236}">
                <a16:creationId xmlns:a16="http://schemas.microsoft.com/office/drawing/2014/main" id="{EC884B43-5420-8A44-BD3B-D88B17EDD05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36959672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5930503" y="0"/>
            <a:ext cx="3213495"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8" name="Title 1">
            <a:extLst>
              <a:ext uri="{FF2B5EF4-FFF2-40B4-BE49-F238E27FC236}">
                <a16:creationId xmlns:a16="http://schemas.microsoft.com/office/drawing/2014/main" id="{38C65148-4BCC-48BC-8E7B-05AA01088658}"/>
              </a:ext>
            </a:extLst>
          </p:cNvPr>
          <p:cNvSpPr>
            <a:spLocks noGrp="1"/>
          </p:cNvSpPr>
          <p:nvPr>
            <p:ph type="title"/>
          </p:nvPr>
        </p:nvSpPr>
        <p:spPr>
          <a:xfrm>
            <a:off x="342900" y="350354"/>
            <a:ext cx="3598069" cy="253916"/>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9B55E40-4D84-A94C-A4CB-F465F24AE156}"/>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8" name="Text Placeholder 3">
            <a:extLst>
              <a:ext uri="{FF2B5EF4-FFF2-40B4-BE49-F238E27FC236}">
                <a16:creationId xmlns:a16="http://schemas.microsoft.com/office/drawing/2014/main" id="{80D87F5D-4F0F-994A-BFA6-46BC2DD6C51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
        <p:nvSpPr>
          <p:cNvPr id="9" name="Text Placeholder 10">
            <a:extLst>
              <a:ext uri="{FF2B5EF4-FFF2-40B4-BE49-F238E27FC236}">
                <a16:creationId xmlns:a16="http://schemas.microsoft.com/office/drawing/2014/main" id="{D6A52748-F772-0748-94C9-3767AF238C3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25484036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se Study-1/6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365206" y="0"/>
            <a:ext cx="1778792"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8" name="Title 1">
            <a:extLst>
              <a:ext uri="{FF2B5EF4-FFF2-40B4-BE49-F238E27FC236}">
                <a16:creationId xmlns:a16="http://schemas.microsoft.com/office/drawing/2014/main" id="{38C65148-4BCC-48BC-8E7B-05AA01088658}"/>
              </a:ext>
            </a:extLst>
          </p:cNvPr>
          <p:cNvSpPr>
            <a:spLocks noGrp="1"/>
          </p:cNvSpPr>
          <p:nvPr>
            <p:ph type="title"/>
          </p:nvPr>
        </p:nvSpPr>
        <p:spPr>
          <a:xfrm>
            <a:off x="342900" y="350354"/>
            <a:ext cx="3598069" cy="253916"/>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9B55E40-4D84-A94C-A4CB-F465F24AE156}"/>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8" name="Text Placeholder 3">
            <a:extLst>
              <a:ext uri="{FF2B5EF4-FFF2-40B4-BE49-F238E27FC236}">
                <a16:creationId xmlns:a16="http://schemas.microsoft.com/office/drawing/2014/main" id="{80D87F5D-4F0F-994A-BFA6-46BC2DD6C51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
        <p:nvSpPr>
          <p:cNvPr id="9" name="Text Placeholder 10">
            <a:extLst>
              <a:ext uri="{FF2B5EF4-FFF2-40B4-BE49-F238E27FC236}">
                <a16:creationId xmlns:a16="http://schemas.microsoft.com/office/drawing/2014/main" id="{D6A52748-F772-0748-94C9-3767AF238C3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304713053"/>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9" name="TextBox 8">
            <a:extLst>
              <a:ext uri="{FF2B5EF4-FFF2-40B4-BE49-F238E27FC236}">
                <a16:creationId xmlns:a16="http://schemas.microsoft.com/office/drawing/2014/main" id="{6A703936-AD1E-BD44-91CB-919F81D7BFEC}"/>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2" name="Text Placeholder 3">
            <a:extLst>
              <a:ext uri="{FF2B5EF4-FFF2-40B4-BE49-F238E27FC236}">
                <a16:creationId xmlns:a16="http://schemas.microsoft.com/office/drawing/2014/main" id="{BD1BED4F-175D-FF44-A003-4A5C8D212304}"/>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4572000" y="0"/>
            <a:ext cx="4572000" cy="5143500"/>
          </a:xfrm>
          <a:prstGeom prst="rect">
            <a:avLst/>
          </a:prstGeom>
        </p:spPr>
        <p:txBody>
          <a:bodyPr/>
          <a:lstStyle/>
          <a:p>
            <a:r>
              <a:rPr lang="en-US"/>
              <a:t>Click icon to add picture</a:t>
            </a:r>
          </a:p>
        </p:txBody>
      </p:sp>
      <p:sp>
        <p:nvSpPr>
          <p:cNvPr id="14" name="Title 1">
            <a:extLst>
              <a:ext uri="{FF2B5EF4-FFF2-40B4-BE49-F238E27FC236}">
                <a16:creationId xmlns:a16="http://schemas.microsoft.com/office/drawing/2014/main" id="{1090E848-D90D-3040-B1C3-7D33F1A7AC6F}"/>
              </a:ext>
            </a:extLst>
          </p:cNvPr>
          <p:cNvSpPr>
            <a:spLocks noGrp="1"/>
          </p:cNvSpPr>
          <p:nvPr>
            <p:ph type="title"/>
          </p:nvPr>
        </p:nvSpPr>
        <p:spPr>
          <a:xfrm>
            <a:off x="342900" y="695515"/>
            <a:ext cx="3598069" cy="253916"/>
          </a:xfrm>
        </p:spPr>
        <p:txBody>
          <a:bodyPr>
            <a:spAutoFit/>
          </a:bodyPr>
          <a:lstStyle>
            <a:lvl1pPr>
              <a:defRPr b="1">
                <a:solidFill>
                  <a:schemeClr val="bg1"/>
                </a:solidFill>
                <a:latin typeface="+mn-lt"/>
              </a:defRPr>
            </a:lvl1pPr>
          </a:lstStyle>
          <a:p>
            <a:r>
              <a:rPr lang="en-US"/>
              <a:t>Click to edit Master title style</a:t>
            </a:r>
          </a:p>
        </p:txBody>
      </p:sp>
      <p:sp>
        <p:nvSpPr>
          <p:cNvPr id="15" name="Text Placeholder 2">
            <a:extLst>
              <a:ext uri="{FF2B5EF4-FFF2-40B4-BE49-F238E27FC236}">
                <a16:creationId xmlns:a16="http://schemas.microsoft.com/office/drawing/2014/main" id="{30EAA2BB-1929-1344-BB72-B8696E5C93FB}"/>
              </a:ext>
            </a:extLst>
          </p:cNvPr>
          <p:cNvSpPr>
            <a:spLocks noGrp="1"/>
          </p:cNvSpPr>
          <p:nvPr>
            <p:ph type="body" sz="quarter" idx="17" hasCustomPrompt="1"/>
          </p:nvPr>
        </p:nvSpPr>
        <p:spPr>
          <a:xfrm>
            <a:off x="352330" y="1209865"/>
            <a:ext cx="3588639" cy="2224311"/>
          </a:xfrm>
          <a:prstGeom prst="rect">
            <a:avLst/>
          </a:prstGeom>
        </p:spPr>
        <p:txBody>
          <a:bodyPr>
            <a:spAutoFit/>
          </a:bodyPr>
          <a:lstStyle>
            <a:lvl1pPr>
              <a:defRPr sz="12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sp>
        <p:nvSpPr>
          <p:cNvPr id="10" name="Text Placeholder 10">
            <a:extLst>
              <a:ext uri="{FF2B5EF4-FFF2-40B4-BE49-F238E27FC236}">
                <a16:creationId xmlns:a16="http://schemas.microsoft.com/office/drawing/2014/main" id="{B6C52A15-EBCB-2E4D-B9B0-C28E4B5B7D51}"/>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72675566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227881" y="1200150"/>
            <a:ext cx="3598069" cy="253916"/>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237311" y="1714500"/>
            <a:ext cx="3588639" cy="2743200"/>
          </a:xfrm>
          <a:prstGeom prst="rect">
            <a:avLst/>
          </a:prstGeom>
        </p:spPr>
        <p:txBody>
          <a:bodyPr/>
          <a:lstStyle>
            <a:lvl1pPr>
              <a:defRPr sz="12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8" name="TextBox 7">
            <a:extLst>
              <a:ext uri="{FF2B5EF4-FFF2-40B4-BE49-F238E27FC236}">
                <a16:creationId xmlns:a16="http://schemas.microsoft.com/office/drawing/2014/main" id="{D74CC298-22F4-2C44-B143-5C071C1464AE}"/>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9" name="Text Placeholder 3">
            <a:extLst>
              <a:ext uri="{FF2B5EF4-FFF2-40B4-BE49-F238E27FC236}">
                <a16:creationId xmlns:a16="http://schemas.microsoft.com/office/drawing/2014/main" id="{564434E4-9DFC-C54A-8FA5-A3977779F6DB}"/>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161651392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34290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34290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256032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256032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477774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477774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699516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699516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347798" y="857250"/>
            <a:ext cx="1806179" cy="1028700"/>
          </a:xfrm>
          <a:prstGeom prst="rect">
            <a:avLst/>
          </a:prstGeom>
          <a:solidFill>
            <a:schemeClr val="bg1">
              <a:lumMod val="95000"/>
            </a:schemeClr>
          </a:solidFill>
        </p:spPr>
        <p:txBody>
          <a:bodyPr/>
          <a:lstStyle/>
          <a:p>
            <a:r>
              <a:rPr lang="en-US"/>
              <a:t>Click icon to add picture</a:t>
            </a:r>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2560081" y="857250"/>
            <a:ext cx="1806179" cy="1028700"/>
          </a:xfrm>
          <a:prstGeom prst="rect">
            <a:avLst/>
          </a:prstGeom>
          <a:solidFill>
            <a:schemeClr val="bg1">
              <a:lumMod val="95000"/>
            </a:schemeClr>
          </a:solidFill>
        </p:spPr>
        <p:txBody>
          <a:bodyPr/>
          <a:lstStyle/>
          <a:p>
            <a:r>
              <a:rPr lang="en-US"/>
              <a:t>Click icon to add picture</a:t>
            </a:r>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4772365" y="857250"/>
            <a:ext cx="1806179" cy="1028700"/>
          </a:xfrm>
          <a:prstGeom prst="rect">
            <a:avLst/>
          </a:prstGeom>
          <a:solidFill>
            <a:schemeClr val="bg1">
              <a:lumMod val="95000"/>
            </a:schemeClr>
          </a:solidFill>
        </p:spPr>
        <p:txBody>
          <a:bodyPr/>
          <a:lstStyle/>
          <a:p>
            <a:r>
              <a:rPr lang="en-US"/>
              <a:t>Click icon to add picture</a:t>
            </a:r>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6984648" y="857250"/>
            <a:ext cx="1806179" cy="1028700"/>
          </a:xfrm>
          <a:prstGeom prst="rect">
            <a:avLst/>
          </a:prstGeom>
          <a:solidFill>
            <a:schemeClr val="bg1">
              <a:lumMod val="95000"/>
            </a:schemeClr>
          </a:solidFill>
        </p:spPr>
        <p:txBody>
          <a:bodyPr/>
          <a:lstStyle/>
          <a:p>
            <a:r>
              <a:rPr lang="en-US"/>
              <a:t>Click icon to add picture</a:t>
            </a:r>
          </a:p>
        </p:txBody>
      </p:sp>
    </p:spTree>
    <p:extLst>
      <p:ext uri="{BB962C8B-B14F-4D97-AF65-F5344CB8AC3E}">
        <p14:creationId xmlns:p14="http://schemas.microsoft.com/office/powerpoint/2010/main" val="1483250812"/>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342901" y="3093720"/>
            <a:ext cx="2484120" cy="184666"/>
          </a:xfrm>
        </p:spPr>
        <p:txBody>
          <a:bodyPr>
            <a:spAutoFit/>
          </a:bodyPr>
          <a:lstStyle>
            <a:lvl1pPr>
              <a:defRPr sz="12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52330" y="3376722"/>
            <a:ext cx="2474691" cy="754117"/>
          </a:xfrm>
          <a:prstGeom prst="rect">
            <a:avLst/>
          </a:prstGeom>
        </p:spPr>
        <p:txBody>
          <a:bodyPr wrap="square">
            <a:spAutoFit/>
          </a:bodyPr>
          <a:lstStyle>
            <a:lvl1pPr>
              <a:defRPr sz="9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3057525" cy="2571750"/>
          </a:xfrm>
          <a:prstGeom prst="rect">
            <a:avLst/>
          </a:prstGeom>
          <a:solidFill>
            <a:schemeClr val="bg2"/>
          </a:solidFill>
        </p:spPr>
        <p:txBody>
          <a:bodyPr/>
          <a:lstStyle/>
          <a:p>
            <a:r>
              <a:rPr lang="en-US"/>
              <a:t>Click icon to add picture</a:t>
            </a:r>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3057525" y="0"/>
            <a:ext cx="3048000" cy="2571750"/>
          </a:xfrm>
          <a:prstGeom prst="rect">
            <a:avLst/>
          </a:prstGeom>
          <a:solidFill>
            <a:schemeClr val="bg2"/>
          </a:solidFill>
        </p:spPr>
        <p:txBody>
          <a:bodyPr/>
          <a:lstStyle/>
          <a:p>
            <a:r>
              <a:rPr lang="en-US"/>
              <a:t>Click icon to add picture</a:t>
            </a:r>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6105525" y="0"/>
            <a:ext cx="3048000" cy="2571750"/>
          </a:xfrm>
          <a:prstGeom prst="rect">
            <a:avLst/>
          </a:prstGeom>
          <a:solidFill>
            <a:schemeClr val="bg2"/>
          </a:solidFill>
        </p:spPr>
        <p:txBody>
          <a:bodyPr/>
          <a:lstStyle/>
          <a:p>
            <a:r>
              <a:rPr lang="en-US"/>
              <a:t>Click icon to add picture</a:t>
            </a:r>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3236023" y="3376722"/>
            <a:ext cx="2474691" cy="754117"/>
          </a:xfrm>
          <a:prstGeom prst="rect">
            <a:avLst/>
          </a:prstGeom>
        </p:spPr>
        <p:txBody>
          <a:bodyPr wrap="square">
            <a:spAutoFit/>
          </a:bodyPr>
          <a:lstStyle>
            <a:lvl1pPr>
              <a:defRPr sz="9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6304837" y="3376722"/>
            <a:ext cx="2474691" cy="754117"/>
          </a:xfrm>
          <a:prstGeom prst="rect">
            <a:avLst/>
          </a:prstGeom>
        </p:spPr>
        <p:txBody>
          <a:bodyPr wrap="square">
            <a:spAutoFit/>
          </a:bodyPr>
          <a:lstStyle>
            <a:lvl1pPr>
              <a:defRPr sz="9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3226594" y="3093244"/>
            <a:ext cx="2483644" cy="184666"/>
          </a:xfrm>
          <a:prstGeom prst="rect">
            <a:avLst/>
          </a:prstGeom>
        </p:spPr>
        <p:txBody>
          <a:bodyPr vert="horz" lIns="0" tIns="0" rIns="0" bIns="0" rtlCol="0" anchor="t">
            <a:spAutoFit/>
          </a:bodyPr>
          <a:lstStyle>
            <a:lvl1pPr>
              <a:defRPr lang="en-US" sz="12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6304837" y="3086100"/>
            <a:ext cx="2484120" cy="184666"/>
          </a:xfrm>
          <a:prstGeom prst="rect">
            <a:avLst/>
          </a:prstGeom>
        </p:spPr>
        <p:txBody>
          <a:bodyPr vert="horz" lIns="0" tIns="0" rIns="0" bIns="0" rtlCol="0" anchor="t">
            <a:spAutoFit/>
          </a:bodyPr>
          <a:lstStyle>
            <a:lvl1pPr>
              <a:defRPr lang="en-US" sz="12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90831165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615E796-86B4-4C38-A923-10DBDCC4B91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3" y="4852034"/>
            <a:ext cx="1036537" cy="68580"/>
          </a:xfrm>
          <a:prstGeom prst="rect">
            <a:avLst/>
          </a:prstGeom>
        </p:spPr>
      </p:pic>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2284250" cy="5143500"/>
          </a:xfrm>
          <a:prstGeom prst="rect">
            <a:avLst/>
          </a:prstGeom>
          <a:solidFill>
            <a:schemeClr val="bg2"/>
          </a:solidFill>
        </p:spPr>
        <p:txBody>
          <a:bodyPr/>
          <a:lstStyle/>
          <a:p>
            <a:r>
              <a:rPr lang="en-US"/>
              <a:t>Click icon to add picture</a:t>
            </a:r>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2286583" y="0"/>
            <a:ext cx="2284250" cy="5143500"/>
          </a:xfrm>
          <a:prstGeom prst="rect">
            <a:avLst/>
          </a:prstGeom>
          <a:solidFill>
            <a:schemeClr val="bg2"/>
          </a:solidFill>
        </p:spPr>
        <p:txBody>
          <a:bodyPr/>
          <a:lstStyle/>
          <a:p>
            <a:r>
              <a:rPr lang="en-US"/>
              <a:t>Click icon to add picture</a:t>
            </a:r>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4573167" y="0"/>
            <a:ext cx="2284250" cy="5143500"/>
          </a:xfrm>
          <a:prstGeom prst="rect">
            <a:avLst/>
          </a:prstGeom>
          <a:solidFill>
            <a:schemeClr val="bg2"/>
          </a:solidFill>
        </p:spPr>
        <p:txBody>
          <a:bodyPr/>
          <a:lstStyle/>
          <a:p>
            <a:r>
              <a:rPr lang="en-US"/>
              <a:t>Click icon to add picture</a:t>
            </a:r>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6859750" y="0"/>
            <a:ext cx="2284250" cy="5143500"/>
          </a:xfrm>
          <a:prstGeom prst="rect">
            <a:avLst/>
          </a:prstGeom>
          <a:solidFill>
            <a:schemeClr val="bg2"/>
          </a:solidFill>
        </p:spPr>
        <p:txBody>
          <a:bodyPr/>
          <a:lstStyle/>
          <a:p>
            <a:r>
              <a:rPr lang="en-US"/>
              <a:t>Click icon to add picture</a:t>
            </a:r>
          </a:p>
        </p:txBody>
      </p:sp>
      <p:pic>
        <p:nvPicPr>
          <p:cNvPr id="7" name="Graphic 6">
            <a:extLst>
              <a:ext uri="{FF2B5EF4-FFF2-40B4-BE49-F238E27FC236}">
                <a16:creationId xmlns:a16="http://schemas.microsoft.com/office/drawing/2014/main" id="{9C432762-A502-4EDF-9936-2F1B5B291CCF}"/>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2901" y="4829176"/>
            <a:ext cx="405405" cy="142874"/>
          </a:xfrm>
          <a:prstGeom prst="rect">
            <a:avLst/>
          </a:prstGeom>
        </p:spPr>
      </p:pic>
      <p:sp>
        <p:nvSpPr>
          <p:cNvPr id="10" name="TextBox 9">
            <a:extLst>
              <a:ext uri="{FF2B5EF4-FFF2-40B4-BE49-F238E27FC236}">
                <a16:creationId xmlns:a16="http://schemas.microsoft.com/office/drawing/2014/main" id="{043F49D1-094C-794E-ADD9-2E27004213E7}"/>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1" name="Text Placeholder 3">
            <a:extLst>
              <a:ext uri="{FF2B5EF4-FFF2-40B4-BE49-F238E27FC236}">
                <a16:creationId xmlns:a16="http://schemas.microsoft.com/office/drawing/2014/main" id="{DB996F9F-D55F-FD42-A589-2783B304344D}"/>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600" smtClean="0">
                <a:solidFill>
                  <a:schemeClr val="tx1"/>
                </a:solidFill>
              </a:rPr>
              <a:pPr lvl="0"/>
              <a:t>‹#›</a:t>
            </a:fld>
            <a:endParaRPr lang="en-US" sz="600">
              <a:solidFill>
                <a:schemeClr val="tx1"/>
              </a:solidFill>
            </a:endParaRPr>
          </a:p>
        </p:txBody>
      </p:sp>
    </p:spTree>
    <p:extLst>
      <p:ext uri="{BB962C8B-B14F-4D97-AF65-F5344CB8AC3E}">
        <p14:creationId xmlns:p14="http://schemas.microsoft.com/office/powerpoint/2010/main" val="3298804958"/>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V">
    <p:bg>
      <p:bgPr>
        <a:solidFill>
          <a:srgbClr val="ABDBD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660122"/>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ase Description ">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75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342900" y="857250"/>
            <a:ext cx="2484120" cy="445603"/>
          </a:xfrm>
        </p:spPr>
        <p:txBody>
          <a:bodyPr wrap="square">
            <a:spAutoFit/>
          </a:bodyPr>
          <a:lstStyle>
            <a:lvl1pPr>
              <a:defRPr sz="13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329940" y="857250"/>
            <a:ext cx="2484120" cy="445603"/>
          </a:xfrm>
        </p:spPr>
        <p:txBody>
          <a:bodyPr wrap="square">
            <a:spAutoFit/>
          </a:bodyPr>
          <a:lstStyle>
            <a:lvl1pPr>
              <a:defRPr sz="13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329940" y="1550670"/>
            <a:ext cx="2484120" cy="2657219"/>
          </a:xfrm>
        </p:spPr>
        <p:txBody>
          <a:bodyPr wrap="square">
            <a:spAutoFit/>
          </a:bodyPr>
          <a:lstStyle>
            <a:lvl1pPr>
              <a:defRPr sz="105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16980" y="857250"/>
            <a:ext cx="2484120" cy="445603"/>
          </a:xfrm>
        </p:spPr>
        <p:txBody>
          <a:bodyPr wrap="square">
            <a:spAutoFit/>
          </a:bodyPr>
          <a:lstStyle>
            <a:lvl1pPr>
              <a:defRPr sz="13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16980" y="1550670"/>
            <a:ext cx="2484120" cy="2657219"/>
          </a:xfrm>
        </p:spPr>
        <p:txBody>
          <a:bodyPr wrap="square">
            <a:spAutoFit/>
          </a:bodyPr>
          <a:lstStyle>
            <a:lvl1pPr>
              <a:defRPr sz="105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5" name="Picture Placeholder 3">
            <a:extLst>
              <a:ext uri="{FF2B5EF4-FFF2-40B4-BE49-F238E27FC236}">
                <a16:creationId xmlns:a16="http://schemas.microsoft.com/office/drawing/2014/main" id="{74046861-98EF-8743-9C12-267EC1D8E7B2}"/>
              </a:ext>
            </a:extLst>
          </p:cNvPr>
          <p:cNvSpPr>
            <a:spLocks noGrp="1"/>
          </p:cNvSpPr>
          <p:nvPr>
            <p:ph type="pic" sz="quarter" idx="25" hasCustomPrompt="1"/>
          </p:nvPr>
        </p:nvSpPr>
        <p:spPr>
          <a:xfrm>
            <a:off x="342900" y="2047786"/>
            <a:ext cx="2711054" cy="1028700"/>
          </a:xfrm>
          <a:solidFill>
            <a:schemeClr val="bg1">
              <a:lumMod val="95000"/>
            </a:schemeClr>
          </a:solidFill>
        </p:spPr>
        <p:txBody>
          <a:bodyPr/>
          <a:lstStyle>
            <a:lvl1pPr algn="ctr">
              <a:defRPr sz="1050" baseline="0">
                <a:latin typeface="+mn-lt"/>
              </a:defRPr>
            </a:lvl1pPr>
          </a:lstStyle>
          <a:p>
            <a:r>
              <a:rPr lang="en-US"/>
              <a:t>Click icon to add BLACK &amp; WHITE PHOTO</a:t>
            </a:r>
          </a:p>
        </p:txBody>
      </p:sp>
      <p:sp>
        <p:nvSpPr>
          <p:cNvPr id="16" name="Picture Placeholder 3">
            <a:extLst>
              <a:ext uri="{FF2B5EF4-FFF2-40B4-BE49-F238E27FC236}">
                <a16:creationId xmlns:a16="http://schemas.microsoft.com/office/drawing/2014/main" id="{8A666C02-EA3A-C441-B424-21DB595FE3C2}"/>
              </a:ext>
            </a:extLst>
          </p:cNvPr>
          <p:cNvSpPr>
            <a:spLocks noGrp="1"/>
          </p:cNvSpPr>
          <p:nvPr>
            <p:ph type="pic" sz="quarter" idx="26" hasCustomPrompt="1"/>
          </p:nvPr>
        </p:nvSpPr>
        <p:spPr>
          <a:xfrm>
            <a:off x="342900" y="3179189"/>
            <a:ext cx="2711054" cy="1028700"/>
          </a:xfrm>
          <a:solidFill>
            <a:schemeClr val="bg1">
              <a:lumMod val="95000"/>
            </a:schemeClr>
          </a:solidFill>
        </p:spPr>
        <p:txBody>
          <a:bodyPr/>
          <a:lstStyle>
            <a:lvl1pPr algn="ctr">
              <a:defRPr sz="1050" baseline="0">
                <a:latin typeface="+mn-lt"/>
              </a:defRPr>
            </a:lvl1pPr>
          </a:lstStyle>
          <a:p>
            <a:r>
              <a:rPr lang="en-US"/>
              <a:t>Click icon to add BLACK &amp; WHITE PHOTO</a:t>
            </a:r>
          </a:p>
        </p:txBody>
      </p:sp>
    </p:spTree>
    <p:extLst>
      <p:ext uri="{BB962C8B-B14F-4D97-AF65-F5344CB8AC3E}">
        <p14:creationId xmlns:p14="http://schemas.microsoft.com/office/powerpoint/2010/main" val="227870550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1FB1-EED5-E148-9A93-A29EB92D1655}"/>
              </a:ext>
            </a:extLst>
          </p:cNvPr>
          <p:cNvSpPr>
            <a:spLocks noGrp="1"/>
          </p:cNvSpPr>
          <p:nvPr>
            <p:ph type="title" hasCustomPrompt="1"/>
          </p:nvPr>
        </p:nvSpPr>
        <p:spPr>
          <a:xfrm>
            <a:off x="1617298" y="915543"/>
            <a:ext cx="5919359" cy="2034548"/>
          </a:xfrm>
        </p:spPr>
        <p:txBody>
          <a:bodyPr wrap="square" anchor="t" anchorCtr="0">
            <a:spAutoFit/>
          </a:bodyPr>
          <a:lstStyle>
            <a:lvl1pPr algn="l">
              <a:lnSpc>
                <a:spcPct val="150000"/>
              </a:lnSpc>
              <a:defRPr sz="1800" b="0">
                <a:solidFill>
                  <a:schemeClr val="bg1"/>
                </a:solidFill>
                <a:latin typeface="+mn-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endParaRPr lang="en-US"/>
          </a:p>
        </p:txBody>
      </p:sp>
      <p:sp>
        <p:nvSpPr>
          <p:cNvPr id="5" name="TextBox 4">
            <a:extLst>
              <a:ext uri="{FF2B5EF4-FFF2-40B4-BE49-F238E27FC236}">
                <a16:creationId xmlns:a16="http://schemas.microsoft.com/office/drawing/2014/main" id="{5A61F754-B893-AE42-8D75-BA81D1A9A8FF}"/>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6" name="Text Placeholder 3">
            <a:extLst>
              <a:ext uri="{FF2B5EF4-FFF2-40B4-BE49-F238E27FC236}">
                <a16:creationId xmlns:a16="http://schemas.microsoft.com/office/drawing/2014/main" id="{CBD9E730-867D-BF4D-8996-7605F868D97E}"/>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pic>
        <p:nvPicPr>
          <p:cNvPr id="7" name="Graphic 6">
            <a:extLst>
              <a:ext uri="{FF2B5EF4-FFF2-40B4-BE49-F238E27FC236}">
                <a16:creationId xmlns:a16="http://schemas.microsoft.com/office/drawing/2014/main" id="{E0D6E288-882B-514C-B335-273A187E203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grpSp>
        <p:nvGrpSpPr>
          <p:cNvPr id="8" name="Graphic 4">
            <a:extLst>
              <a:ext uri="{FF2B5EF4-FFF2-40B4-BE49-F238E27FC236}">
                <a16:creationId xmlns:a16="http://schemas.microsoft.com/office/drawing/2014/main" id="{823A4988-0868-304B-AD24-7AFF2D3D342A}"/>
              </a:ext>
            </a:extLst>
          </p:cNvPr>
          <p:cNvGrpSpPr/>
          <p:nvPr userDrawn="1"/>
        </p:nvGrpSpPr>
        <p:grpSpPr>
          <a:xfrm>
            <a:off x="370574" y="171450"/>
            <a:ext cx="981880" cy="714375"/>
            <a:chOff x="1851964" y="2058769"/>
            <a:chExt cx="424433" cy="308800"/>
          </a:xfrm>
          <a:solidFill>
            <a:schemeClr val="bg2">
              <a:lumMod val="25000"/>
            </a:schemeClr>
          </a:solidFill>
        </p:grpSpPr>
        <p:sp>
          <p:nvSpPr>
            <p:cNvPr id="9" name="Freeform: Shape 8">
              <a:extLst>
                <a:ext uri="{FF2B5EF4-FFF2-40B4-BE49-F238E27FC236}">
                  <a16:creationId xmlns:a16="http://schemas.microsoft.com/office/drawing/2014/main" id="{DFDBA4B6-758F-E547-A4C5-72E7C40C04B9}"/>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sz="1050"/>
            </a:p>
          </p:txBody>
        </p:sp>
        <p:sp>
          <p:nvSpPr>
            <p:cNvPr id="10" name="Freeform: Shape 9">
              <a:extLst>
                <a:ext uri="{FF2B5EF4-FFF2-40B4-BE49-F238E27FC236}">
                  <a16:creationId xmlns:a16="http://schemas.microsoft.com/office/drawing/2014/main" id="{767A9479-37D0-E448-A740-1DFA8790CA9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sz="1050"/>
            </a:p>
          </p:txBody>
        </p:sp>
      </p:grpSp>
      <p:grpSp>
        <p:nvGrpSpPr>
          <p:cNvPr id="11" name="Graphic 4">
            <a:extLst>
              <a:ext uri="{FF2B5EF4-FFF2-40B4-BE49-F238E27FC236}">
                <a16:creationId xmlns:a16="http://schemas.microsoft.com/office/drawing/2014/main" id="{981FF5D2-40D7-B048-B33B-B448FA5F16F4}"/>
              </a:ext>
            </a:extLst>
          </p:cNvPr>
          <p:cNvGrpSpPr/>
          <p:nvPr userDrawn="1"/>
        </p:nvGrpSpPr>
        <p:grpSpPr>
          <a:xfrm rot="10800000">
            <a:off x="7819221" y="3914775"/>
            <a:ext cx="981880" cy="714375"/>
            <a:chOff x="1851964" y="2058769"/>
            <a:chExt cx="424433" cy="308800"/>
          </a:xfrm>
          <a:solidFill>
            <a:schemeClr val="bg2">
              <a:lumMod val="25000"/>
            </a:schemeClr>
          </a:solidFill>
        </p:grpSpPr>
        <p:sp>
          <p:nvSpPr>
            <p:cNvPr id="12" name="Freeform: Shape 11">
              <a:extLst>
                <a:ext uri="{FF2B5EF4-FFF2-40B4-BE49-F238E27FC236}">
                  <a16:creationId xmlns:a16="http://schemas.microsoft.com/office/drawing/2014/main" id="{95EF95A2-728D-A049-91DE-CDD3C11B4CB1}"/>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sz="1050"/>
            </a:p>
          </p:txBody>
        </p:sp>
        <p:sp>
          <p:nvSpPr>
            <p:cNvPr id="13" name="Freeform: Shape 12">
              <a:extLst>
                <a:ext uri="{FF2B5EF4-FFF2-40B4-BE49-F238E27FC236}">
                  <a16:creationId xmlns:a16="http://schemas.microsoft.com/office/drawing/2014/main" id="{3241BF97-F3E8-2C41-8D83-077454953A5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sz="1050"/>
            </a:p>
          </p:txBody>
        </p:sp>
      </p:grpSp>
      <p:sp>
        <p:nvSpPr>
          <p:cNvPr id="15" name="Text Placeholder 14">
            <a:extLst>
              <a:ext uri="{FF2B5EF4-FFF2-40B4-BE49-F238E27FC236}">
                <a16:creationId xmlns:a16="http://schemas.microsoft.com/office/drawing/2014/main" id="{B1B4BAB6-FAAD-BA41-8450-398BD1279B5F}"/>
              </a:ext>
            </a:extLst>
          </p:cNvPr>
          <p:cNvSpPr>
            <a:spLocks noGrp="1"/>
          </p:cNvSpPr>
          <p:nvPr>
            <p:ph type="body" sz="quarter" idx="10"/>
          </p:nvPr>
        </p:nvSpPr>
        <p:spPr>
          <a:xfrm>
            <a:off x="5420107" y="3465670"/>
            <a:ext cx="2116550" cy="192938"/>
          </a:xfrm>
        </p:spPr>
        <p:txBody>
          <a:bodyPr>
            <a:spAutoFit/>
          </a:bodyPr>
          <a:lstStyle>
            <a:lvl1pPr algn="r">
              <a:defRPr sz="1200" b="1">
                <a:solidFill>
                  <a:schemeClr val="accent2"/>
                </a:solidFill>
              </a:defRPr>
            </a:lvl1pPr>
            <a:lvl2pPr marL="342900" indent="0">
              <a:buNone/>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edit Master text styles</a:t>
            </a:r>
          </a:p>
        </p:txBody>
      </p:sp>
    </p:spTree>
    <p:extLst>
      <p:ext uri="{BB962C8B-B14F-4D97-AF65-F5344CB8AC3E}">
        <p14:creationId xmlns:p14="http://schemas.microsoft.com/office/powerpoint/2010/main" val="35488643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9144000" cy="5143500"/>
          </a:xfrm>
        </p:spPr>
        <p:txBody>
          <a:bodyPr/>
          <a:lstStyle/>
          <a:p>
            <a:r>
              <a:rPr lang="en-US"/>
              <a:t>Click icon to add picture</a:t>
            </a:r>
          </a:p>
        </p:txBody>
      </p:sp>
    </p:spTree>
    <p:extLst>
      <p:ext uri="{BB962C8B-B14F-4D97-AF65-F5344CB8AC3E}">
        <p14:creationId xmlns:p14="http://schemas.microsoft.com/office/powerpoint/2010/main" val="5384716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F8500"/>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31137FB-F149-DD41-B765-24A58A85DE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43469" y="768226"/>
            <a:ext cx="457064" cy="408952"/>
          </a:xfrm>
          <a:prstGeom prst="rect">
            <a:avLst/>
          </a:prstGeom>
        </p:spPr>
      </p:pic>
      <p:sp>
        <p:nvSpPr>
          <p:cNvPr id="4" name="Title 4">
            <a:extLst>
              <a:ext uri="{FF2B5EF4-FFF2-40B4-BE49-F238E27FC236}">
                <a16:creationId xmlns:a16="http://schemas.microsoft.com/office/drawing/2014/main" id="{952A47A2-EF74-7B4A-948B-354D8CBA8096}"/>
              </a:ext>
            </a:extLst>
          </p:cNvPr>
          <p:cNvSpPr txBox="1">
            <a:spLocks/>
          </p:cNvSpPr>
          <p:nvPr userDrawn="1"/>
        </p:nvSpPr>
        <p:spPr>
          <a:xfrm>
            <a:off x="2920664" y="1339783"/>
            <a:ext cx="3302674" cy="553998"/>
          </a:xfrm>
          <a:prstGeom prst="rect">
            <a:avLst/>
          </a:prstGeom>
        </p:spPr>
        <p:txBody>
          <a:bodyPr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r>
              <a:rPr lang="en-US" sz="3600">
                <a:solidFill>
                  <a:schemeClr val="lt1"/>
                </a:solidFill>
              </a:rPr>
              <a:t>Disclaimer</a:t>
            </a:r>
          </a:p>
        </p:txBody>
      </p:sp>
      <p:sp>
        <p:nvSpPr>
          <p:cNvPr id="5" name="Rectangle 4">
            <a:extLst>
              <a:ext uri="{FF2B5EF4-FFF2-40B4-BE49-F238E27FC236}">
                <a16:creationId xmlns:a16="http://schemas.microsoft.com/office/drawing/2014/main" id="{5C14BDE5-32F5-E643-A4FF-D09A52DA71E1}"/>
              </a:ext>
            </a:extLst>
          </p:cNvPr>
          <p:cNvSpPr/>
          <p:nvPr userDrawn="1"/>
        </p:nvSpPr>
        <p:spPr>
          <a:xfrm>
            <a:off x="1930204" y="3768993"/>
            <a:ext cx="5283593" cy="860158"/>
          </a:xfrm>
          <a:prstGeom prst="rect">
            <a:avLst/>
          </a:prstGeom>
          <a:noFill/>
          <a:ln>
            <a:solidFill>
              <a:schemeClr val="accent3">
                <a:lumMod val="20000"/>
                <a:lumOff val="80000"/>
              </a:schemeClr>
            </a:solid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spcAft>
                <a:spcPts val="450"/>
              </a:spcAft>
              <a:defRPr/>
            </a:pPr>
            <a:r>
              <a:rPr lang="en-US" sz="1200" b="1">
                <a:solidFill>
                  <a:schemeClr val="accent3">
                    <a:lumMod val="40000"/>
                    <a:lumOff val="60000"/>
                  </a:schemeClr>
                </a:solidFill>
                <a:latin typeface="Calibri"/>
              </a:rPr>
              <a:t>This presentation was downloaded from Presales Stories. </a:t>
            </a:r>
          </a:p>
          <a:p>
            <a:pPr algn="ctr" defTabSz="685766">
              <a:defRPr/>
            </a:pPr>
            <a:r>
              <a:rPr lang="en-US" sz="1200" b="1">
                <a:solidFill>
                  <a:schemeClr val="accent3">
                    <a:lumMod val="40000"/>
                    <a:lumOff val="60000"/>
                  </a:schemeClr>
                </a:solidFill>
                <a:latin typeface="Calibri"/>
              </a:rPr>
              <a:t>Discover more content about EPAM’s Capabilities at </a:t>
            </a:r>
            <a:br>
              <a:rPr lang="en-US" sz="1200" b="1">
                <a:solidFill>
                  <a:schemeClr val="accent3">
                    <a:lumMod val="40000"/>
                    <a:lumOff val="60000"/>
                  </a:schemeClr>
                </a:solidFill>
                <a:latin typeface="Calibri"/>
              </a:rPr>
            </a:br>
            <a:r>
              <a:rPr lang="en-US" sz="1200" b="1" u="sng">
                <a:solidFill>
                  <a:schemeClr val="accent3">
                    <a:lumMod val="40000"/>
                    <a:lumOff val="60000"/>
                  </a:schemeClr>
                </a:solidFill>
                <a:latin typeface="Calibri"/>
                <a:hlinkClick r:id="rId4">
                  <a:extLst>
                    <a:ext uri="{A12FA001-AC4F-418D-AE19-62706E023703}">
                      <ahyp:hlinkClr xmlns:ahyp="http://schemas.microsoft.com/office/drawing/2018/hyperlinkcolor" val="tx"/>
                    </a:ext>
                  </a:extLst>
                </a:hlinkClick>
              </a:rPr>
              <a:t>https://epa.ms/stories</a:t>
            </a:r>
            <a:endParaRPr lang="en-US" sz="1200" b="1">
              <a:solidFill>
                <a:schemeClr val="accent3">
                  <a:lumMod val="40000"/>
                  <a:lumOff val="60000"/>
                </a:schemeClr>
              </a:solidFill>
              <a:latin typeface="Calibri"/>
            </a:endParaRPr>
          </a:p>
        </p:txBody>
      </p:sp>
      <p:sp>
        <p:nvSpPr>
          <p:cNvPr id="6" name="Title 4">
            <a:extLst>
              <a:ext uri="{FF2B5EF4-FFF2-40B4-BE49-F238E27FC236}">
                <a16:creationId xmlns:a16="http://schemas.microsoft.com/office/drawing/2014/main" id="{B01F7317-9450-7F4E-8CF4-A6FAE6DBDD15}"/>
              </a:ext>
            </a:extLst>
          </p:cNvPr>
          <p:cNvSpPr txBox="1">
            <a:spLocks/>
          </p:cNvSpPr>
          <p:nvPr userDrawn="1"/>
        </p:nvSpPr>
        <p:spPr>
          <a:xfrm>
            <a:off x="2176138" y="2125837"/>
            <a:ext cx="4791725" cy="1203535"/>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lnSpc>
                <a:spcPct val="150000"/>
              </a:lnSpc>
            </a:pPr>
            <a:r>
              <a:rPr lang="en-US" sz="1800" b="0">
                <a:solidFill>
                  <a:schemeClr val="bg1"/>
                </a:solidFill>
                <a:latin typeface="Calibri Light" panose="020F0302020204030204" pitchFamily="34" charset="0"/>
              </a:rPr>
              <a:t>All provided material can only be used under NDA</a:t>
            </a:r>
            <a:br>
              <a:rPr lang="en-US" sz="1800" b="0">
                <a:solidFill>
                  <a:schemeClr val="bg1"/>
                </a:solidFill>
                <a:latin typeface="Calibri Light" panose="020F0302020204030204" pitchFamily="34" charset="0"/>
              </a:rPr>
            </a:br>
            <a:r>
              <a:rPr lang="en-US" sz="1800" b="0">
                <a:solidFill>
                  <a:schemeClr val="bg1"/>
                </a:solidFill>
                <a:latin typeface="Calibri Light" panose="020F0302020204030204" pitchFamily="34" charset="0"/>
              </a:rPr>
              <a:t>Slides can Contain Confidential Notes</a:t>
            </a:r>
            <a:br>
              <a:rPr lang="en-US" sz="1800" b="0">
                <a:solidFill>
                  <a:schemeClr val="bg1"/>
                </a:solidFill>
                <a:latin typeface="Calibri Light" panose="020F0302020204030204" pitchFamily="34" charset="0"/>
              </a:rPr>
            </a:br>
            <a:r>
              <a:rPr lang="en-US" sz="1800" b="0">
                <a:solidFill>
                  <a:schemeClr val="bg1"/>
                </a:solidFill>
                <a:latin typeface="Calibri Light" panose="020F0302020204030204" pitchFamily="34" charset="0"/>
              </a:rPr>
              <a:t>Don’t Share As PPT</a:t>
            </a:r>
          </a:p>
        </p:txBody>
      </p:sp>
    </p:spTree>
    <p:extLst>
      <p:ext uri="{BB962C8B-B14F-4D97-AF65-F5344CB8AC3E}">
        <p14:creationId xmlns:p14="http://schemas.microsoft.com/office/powerpoint/2010/main" val="29903728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342901" y="2156252"/>
            <a:ext cx="4148138" cy="830997"/>
          </a:xfrm>
        </p:spPr>
        <p:txBody>
          <a:bodyPr wrap="square">
            <a:spAutoFit/>
          </a:bodyPr>
          <a:lstStyle>
            <a:lvl1pPr>
              <a:defRPr sz="54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5930503" y="1714500"/>
            <a:ext cx="2870597" cy="192938"/>
          </a:xfrm>
          <a:prstGeom prst="rect">
            <a:avLst/>
          </a:prstGeom>
        </p:spPr>
        <p:txBody>
          <a:bodyPr>
            <a:spAutoFit/>
          </a:bodyPr>
          <a:lstStyle>
            <a:lvl1pPr>
              <a:defRPr sz="12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5930503" y="2060005"/>
            <a:ext cx="2870597" cy="217079"/>
          </a:xfrm>
          <a:prstGeom prst="rect">
            <a:avLst/>
          </a:prstGeom>
        </p:spPr>
        <p:txBody>
          <a:bodyPr>
            <a:spAutoFit/>
          </a:bodyPr>
          <a:lstStyle>
            <a:lvl1pPr>
              <a:defRPr sz="1350" b="1">
                <a:solidFill>
                  <a:schemeClr val="bg1"/>
                </a:solidFill>
                <a:latin typeface="+mn-lt"/>
              </a:defRPr>
            </a:lvl1pPr>
          </a:lstStyle>
          <a:p>
            <a:pPr lvl="0"/>
            <a:r>
              <a:rPr lang="en-US">
                <a:effectLst/>
              </a:rPr>
              <a:t>Victoria Morrison</a:t>
            </a:r>
            <a:endParaRPr lang="en-US"/>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5930503" y="2279543"/>
            <a:ext cx="2870597" cy="168845"/>
          </a:xfrm>
          <a:prstGeom prst="rect">
            <a:avLst/>
          </a:prstGeom>
        </p:spPr>
        <p:txBody>
          <a:bodyPr>
            <a:spAutoFit/>
          </a:bodyPr>
          <a:lstStyle>
            <a:lvl1pPr>
              <a:defRPr sz="1050">
                <a:solidFill>
                  <a:schemeClr val="bg1"/>
                </a:solidFill>
              </a:defRPr>
            </a:lvl1pPr>
          </a:lstStyle>
          <a:p>
            <a:pPr lvl="0"/>
            <a:r>
              <a:rPr lang="en-US">
                <a:effectLst/>
              </a:rPr>
              <a:t>Head of Marketing EMEA</a:t>
            </a:r>
            <a:endParaRPr lang="en-US"/>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5930503" y="2745805"/>
            <a:ext cx="2870597" cy="168845"/>
          </a:xfrm>
          <a:prstGeom prst="rect">
            <a:avLst/>
          </a:prstGeom>
        </p:spPr>
        <p:txBody>
          <a:bodyPr>
            <a:spAutoFit/>
          </a:bodyPr>
          <a:lstStyle>
            <a:lvl1pPr>
              <a:defRPr sz="1050">
                <a:solidFill>
                  <a:schemeClr val="bg1"/>
                </a:solidFill>
              </a:defRPr>
            </a:lvl1pPr>
          </a:lstStyle>
          <a:p>
            <a:pPr lvl="0"/>
            <a:r>
              <a:rPr lang="en-US">
                <a:effectLst/>
              </a:rPr>
              <a:t>victoria_morrison@epam.com</a:t>
            </a:r>
            <a:endParaRPr lang="en-US"/>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5930503" y="2961003"/>
            <a:ext cx="2870597" cy="168845"/>
          </a:xfrm>
          <a:prstGeom prst="rect">
            <a:avLst/>
          </a:prstGeom>
        </p:spPr>
        <p:txBody>
          <a:bodyPr>
            <a:spAutoFit/>
          </a:bodyPr>
          <a:lstStyle>
            <a:lvl1pPr>
              <a:defRPr sz="105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5930503" y="3429000"/>
            <a:ext cx="2870597" cy="879809"/>
          </a:xfrm>
          <a:prstGeom prst="rect">
            <a:avLst/>
          </a:prstGeom>
        </p:spPr>
        <p:txBody>
          <a:bodyPr>
            <a:spAutoFit/>
          </a:bodyPr>
          <a:lstStyle>
            <a:lvl1pPr>
              <a:defRPr sz="105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cxnSp>
        <p:nvCxnSpPr>
          <p:cNvPr id="15" name="Straight Connector 14">
            <a:extLst>
              <a:ext uri="{FF2B5EF4-FFF2-40B4-BE49-F238E27FC236}">
                <a16:creationId xmlns:a16="http://schemas.microsoft.com/office/drawing/2014/main" id="{654B6A1A-ED6A-490A-AA56-15684042F07D}"/>
              </a:ext>
            </a:extLst>
          </p:cNvPr>
          <p:cNvCxnSpPr/>
          <p:nvPr userDrawn="1"/>
        </p:nvCxnSpPr>
        <p:spPr>
          <a:xfrm>
            <a:off x="5210175" y="1714500"/>
            <a:ext cx="0" cy="2651023"/>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2759988983"/>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ank you-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342901" y="885825"/>
            <a:ext cx="3320078" cy="830997"/>
          </a:xfrm>
        </p:spPr>
        <p:txBody>
          <a:bodyPr wrap="square">
            <a:spAutoFit/>
          </a:bodyPr>
          <a:lstStyle>
            <a:lvl1pPr>
              <a:defRPr sz="54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355997" y="2038075"/>
            <a:ext cx="2870597" cy="192938"/>
          </a:xfrm>
          <a:prstGeom prst="rect">
            <a:avLst/>
          </a:prstGeom>
        </p:spPr>
        <p:txBody>
          <a:bodyPr>
            <a:spAutoFit/>
          </a:bodyPr>
          <a:lstStyle>
            <a:lvl1pPr>
              <a:defRPr sz="12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355997" y="2383581"/>
            <a:ext cx="2870597" cy="217079"/>
          </a:xfrm>
          <a:prstGeom prst="rect">
            <a:avLst/>
          </a:prstGeom>
        </p:spPr>
        <p:txBody>
          <a:bodyPr>
            <a:spAutoFit/>
          </a:bodyPr>
          <a:lstStyle>
            <a:lvl1pPr>
              <a:defRPr sz="1350" b="1">
                <a:solidFill>
                  <a:schemeClr val="bg1"/>
                </a:solidFill>
                <a:latin typeface="+mn-lt"/>
              </a:defRPr>
            </a:lvl1pPr>
          </a:lstStyle>
          <a:p>
            <a:pPr lvl="0"/>
            <a:r>
              <a:rPr lang="en-US">
                <a:effectLst/>
              </a:rPr>
              <a:t>Victoria Morrison</a:t>
            </a:r>
            <a:endParaRPr lang="en-US"/>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355997" y="2603119"/>
            <a:ext cx="2870597" cy="168845"/>
          </a:xfrm>
          <a:prstGeom prst="rect">
            <a:avLst/>
          </a:prstGeom>
        </p:spPr>
        <p:txBody>
          <a:bodyPr>
            <a:spAutoFit/>
          </a:bodyPr>
          <a:lstStyle>
            <a:lvl1pPr>
              <a:defRPr sz="1050">
                <a:solidFill>
                  <a:schemeClr val="bg1"/>
                </a:solidFill>
              </a:defRPr>
            </a:lvl1pPr>
          </a:lstStyle>
          <a:p>
            <a:pPr lvl="0"/>
            <a:r>
              <a:rPr lang="en-US">
                <a:effectLst/>
              </a:rPr>
              <a:t>Head of Marketing EMEA</a:t>
            </a:r>
            <a:endParaRPr lang="en-US"/>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355997" y="3069381"/>
            <a:ext cx="2870597" cy="168845"/>
          </a:xfrm>
          <a:prstGeom prst="rect">
            <a:avLst/>
          </a:prstGeom>
        </p:spPr>
        <p:txBody>
          <a:bodyPr>
            <a:spAutoFit/>
          </a:bodyPr>
          <a:lstStyle>
            <a:lvl1pPr>
              <a:defRPr sz="1050">
                <a:solidFill>
                  <a:schemeClr val="bg1"/>
                </a:solidFill>
              </a:defRPr>
            </a:lvl1pPr>
          </a:lstStyle>
          <a:p>
            <a:pPr lvl="0"/>
            <a:r>
              <a:rPr lang="en-US">
                <a:effectLst/>
              </a:rPr>
              <a:t>victoria_morrison@epam.com</a:t>
            </a:r>
            <a:endParaRPr lang="en-US"/>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355997" y="3284578"/>
            <a:ext cx="2870597" cy="168845"/>
          </a:xfrm>
          <a:prstGeom prst="rect">
            <a:avLst/>
          </a:prstGeom>
        </p:spPr>
        <p:txBody>
          <a:bodyPr>
            <a:spAutoFit/>
          </a:bodyPr>
          <a:lstStyle>
            <a:lvl1pPr>
              <a:defRPr sz="105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355997" y="3752575"/>
            <a:ext cx="2870597" cy="879809"/>
          </a:xfrm>
          <a:prstGeom prst="rect">
            <a:avLst/>
          </a:prstGeom>
        </p:spPr>
        <p:txBody>
          <a:bodyPr>
            <a:spAutoFit/>
          </a:bodyPr>
          <a:lstStyle>
            <a:lvl1pPr>
              <a:defRPr sz="105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14" name="Picture Placeholder 2">
            <a:extLst>
              <a:ext uri="{FF2B5EF4-FFF2-40B4-BE49-F238E27FC236}">
                <a16:creationId xmlns:a16="http://schemas.microsoft.com/office/drawing/2014/main" id="{D26DCF78-A14C-7743-94BB-7E13C2AD8622}"/>
              </a:ext>
            </a:extLst>
          </p:cNvPr>
          <p:cNvSpPr>
            <a:spLocks noGrp="1"/>
          </p:cNvSpPr>
          <p:nvPr>
            <p:ph type="pic" sz="quarter" idx="16"/>
          </p:nvPr>
        </p:nvSpPr>
        <p:spPr>
          <a:xfrm>
            <a:off x="4571999" y="0"/>
            <a:ext cx="4572001" cy="5143500"/>
          </a:xfrm>
          <a:prstGeom prst="rect">
            <a:avLst/>
          </a:prstGeom>
          <a:solidFill>
            <a:schemeClr val="bg2"/>
          </a:solidFill>
        </p:spPr>
        <p:txBody>
          <a:bodyPr/>
          <a:lstStyle>
            <a:lvl1pPr>
              <a:defRPr/>
            </a:lvl1pPr>
          </a:lstStyle>
          <a:p>
            <a:r>
              <a:rPr lang="en-US"/>
              <a:t>Click icon to add picture</a:t>
            </a:r>
          </a:p>
        </p:txBody>
      </p:sp>
    </p:spTree>
    <p:extLst>
      <p:ext uri="{BB962C8B-B14F-4D97-AF65-F5344CB8AC3E}">
        <p14:creationId xmlns:p14="http://schemas.microsoft.com/office/powerpoint/2010/main" val="300064599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276999"/>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161583"/>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dirty="0">
                <a:effectLst/>
              </a:rPr>
              <a:t>JANUARY 2022</a:t>
            </a:r>
            <a:endParaRPr lang="en-US" dirty="0"/>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582" y="457574"/>
            <a:ext cx="802848" cy="282942"/>
          </a:xfrm>
          <a:prstGeom prst="rect">
            <a:avLst/>
          </a:prstGeom>
        </p:spPr>
      </p:pic>
      <p:sp>
        <p:nvSpPr>
          <p:cNvPr id="3" name="Title 2">
            <a:extLst>
              <a:ext uri="{FF2B5EF4-FFF2-40B4-BE49-F238E27FC236}">
                <a16:creationId xmlns:a16="http://schemas.microsoft.com/office/drawing/2014/main" id="{81FA7817-3B6C-3F4A-B7B9-1C24248B02A6}"/>
              </a:ext>
            </a:extLst>
          </p:cNvPr>
          <p:cNvSpPr>
            <a:spLocks noGrp="1"/>
          </p:cNvSpPr>
          <p:nvPr>
            <p:ph type="title"/>
          </p:nvPr>
        </p:nvSpPr>
        <p:spPr>
          <a:xfrm>
            <a:off x="349624" y="1474471"/>
            <a:ext cx="4323160" cy="1384995"/>
          </a:xfrm>
        </p:spPr>
        <p:txBody>
          <a:bodyPr vert="horz" wrap="square" lIns="0" tIns="0" rIns="0" bIns="0" rtlCol="0">
            <a:spAutoFit/>
          </a:bodyPr>
          <a:lstStyle>
            <a:lvl1pPr>
              <a:defRPr lang="en-US" sz="45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321794483"/>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4572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2" y="3497581"/>
            <a:ext cx="4139456" cy="207749"/>
          </a:xfrm>
          <a:prstGeom prst="rect">
            <a:avLst/>
          </a:prstGeom>
        </p:spPr>
        <p:txBody>
          <a:bodyPr wrap="square">
            <a:spAutoFit/>
          </a:bodyPr>
          <a:lstStyle>
            <a:lvl1pPr>
              <a:lnSpc>
                <a:spcPct val="100000"/>
              </a:lnSpc>
              <a:spcBef>
                <a:spcPts val="0"/>
              </a:spcBef>
              <a:defRPr sz="135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2674620" cy="161583"/>
          </a:xfrm>
          <a:prstGeom prst="rect">
            <a:avLst/>
          </a:prstGeom>
        </p:spPr>
        <p:txBody>
          <a:bodyPr vert="horz" lIns="0" tIns="0" rIns="0" bIns="0" rtlCol="0">
            <a:spAutoFit/>
          </a:bodyPr>
          <a:lstStyle>
            <a:lvl1pPr>
              <a:lnSpc>
                <a:spcPct val="100000"/>
              </a:lnSpc>
              <a:spcBef>
                <a:spcPts val="0"/>
              </a:spcBef>
              <a:defRPr lang="en-US" sz="1050" spc="225" dirty="0">
                <a:solidFill>
                  <a:schemeClr val="bg2"/>
                </a:solidFill>
                <a:effectLst/>
              </a:defRPr>
            </a:lvl1pPr>
            <a:lvl2pPr>
              <a:buNone/>
              <a:defRPr/>
            </a:lvl2pPr>
          </a:lstStyle>
          <a:p>
            <a:pPr lvl="0"/>
            <a:r>
              <a:rPr lang="en-US" dirty="0">
                <a:effectLst/>
              </a:rPr>
              <a:t>JANUARY 2022</a:t>
            </a:r>
            <a:endParaRPr lang="en-US" dirty="0"/>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4571999" y="0"/>
            <a:ext cx="4572001" cy="5143500"/>
          </a:xfrm>
          <a:prstGeom prst="rect">
            <a:avLst/>
          </a:prstGeom>
          <a:solidFill>
            <a:schemeClr val="bg2"/>
          </a:solidFill>
        </p:spPr>
        <p:txBody>
          <a:bodyPr/>
          <a:lstStyle>
            <a:lvl1pPr>
              <a:defRPr/>
            </a:lvl1pPr>
          </a:lstStyle>
          <a:p>
            <a:r>
              <a:rPr lang="en-US"/>
              <a:t>Click icon to add picture</a:t>
            </a:r>
          </a:p>
        </p:txBody>
      </p:sp>
      <p:pic>
        <p:nvPicPr>
          <p:cNvPr id="2" name="Graphic 1">
            <a:extLst>
              <a:ext uri="{FF2B5EF4-FFF2-40B4-BE49-F238E27FC236}">
                <a16:creationId xmlns:a16="http://schemas.microsoft.com/office/drawing/2014/main" id="{81AA8C38-4FF3-4F33-8B0F-196D0BC79154}"/>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582" y="457574"/>
            <a:ext cx="802848" cy="282942"/>
          </a:xfrm>
          <a:prstGeom prst="rect">
            <a:avLst/>
          </a:prstGeom>
        </p:spPr>
      </p:pic>
      <p:sp>
        <p:nvSpPr>
          <p:cNvPr id="8" name="Title 2">
            <a:extLst>
              <a:ext uri="{FF2B5EF4-FFF2-40B4-BE49-F238E27FC236}">
                <a16:creationId xmlns:a16="http://schemas.microsoft.com/office/drawing/2014/main" id="{FB842CEE-8A53-0D42-A72B-7D63B1ED35C4}"/>
              </a:ext>
            </a:extLst>
          </p:cNvPr>
          <p:cNvSpPr>
            <a:spLocks noGrp="1"/>
          </p:cNvSpPr>
          <p:nvPr>
            <p:ph type="title"/>
          </p:nvPr>
        </p:nvSpPr>
        <p:spPr>
          <a:xfrm>
            <a:off x="349624" y="1474471"/>
            <a:ext cx="4114800" cy="1384995"/>
          </a:xfrm>
        </p:spPr>
        <p:txBody>
          <a:bodyPr vert="horz" wrap="square" lIns="0" tIns="0" rIns="0" bIns="0" rtlCol="0">
            <a:spAutoFit/>
          </a:bodyPr>
          <a:lstStyle>
            <a:lvl1pPr>
              <a:defRPr lang="en-US" sz="45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607996755"/>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9144000" cy="5143500"/>
          </a:xfrm>
          <a:prstGeom prst="rect">
            <a:avLst/>
          </a:prstGeom>
          <a:solidFill>
            <a:schemeClr val="bg1">
              <a:lumMod val="65000"/>
            </a:schemeClr>
          </a:solidFill>
        </p:spPr>
        <p:txBody>
          <a:bodyPr/>
          <a:lstStyle>
            <a:lvl1pPr>
              <a:defRPr/>
            </a:lvl1pPr>
          </a:lstStyle>
          <a:p>
            <a:r>
              <a:rPr lang="en-US"/>
              <a:t>Click icon to add picture</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276999"/>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161583"/>
          </a:xfrm>
          <a:prstGeom prst="rect">
            <a:avLst/>
          </a:prstGeom>
        </p:spPr>
        <p:txBody>
          <a:bodyPr>
            <a:spAutoFit/>
          </a:bodyPr>
          <a:lstStyle>
            <a:lvl1pPr>
              <a:lnSpc>
                <a:spcPct val="100000"/>
              </a:lnSpc>
              <a:spcBef>
                <a:spcPts val="0"/>
              </a:spcBef>
              <a:defRPr sz="1050" spc="225">
                <a:solidFill>
                  <a:schemeClr val="bg1">
                    <a:lumMod val="95000"/>
                  </a:schemeClr>
                </a:solidFill>
              </a:defRPr>
            </a:lvl1pPr>
            <a:lvl2pPr>
              <a:buNone/>
              <a:defRPr/>
            </a:lvl2pPr>
          </a:lstStyle>
          <a:p>
            <a:pPr lvl="0"/>
            <a:r>
              <a:rPr lang="en-US" dirty="0">
                <a:effectLst/>
              </a:rPr>
              <a:t>JANUARY 2022</a:t>
            </a:r>
            <a:endParaRPr lang="en-US" dirty="0"/>
          </a:p>
        </p:txBody>
      </p:sp>
      <p:pic>
        <p:nvPicPr>
          <p:cNvPr id="2" name="Graphic 1">
            <a:extLst>
              <a:ext uri="{FF2B5EF4-FFF2-40B4-BE49-F238E27FC236}">
                <a16:creationId xmlns:a16="http://schemas.microsoft.com/office/drawing/2014/main" id="{CE8C851A-E2E7-4523-9F42-0BB009E5644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582" y="457574"/>
            <a:ext cx="802848" cy="282942"/>
          </a:xfrm>
          <a:prstGeom prst="rect">
            <a:avLst/>
          </a:prstGeom>
        </p:spPr>
      </p:pic>
      <p:sp>
        <p:nvSpPr>
          <p:cNvPr id="7" name="Title 2">
            <a:extLst>
              <a:ext uri="{FF2B5EF4-FFF2-40B4-BE49-F238E27FC236}">
                <a16:creationId xmlns:a16="http://schemas.microsoft.com/office/drawing/2014/main" id="{D6769452-030B-5548-B575-999D639F6D22}"/>
              </a:ext>
            </a:extLst>
          </p:cNvPr>
          <p:cNvSpPr>
            <a:spLocks noGrp="1"/>
          </p:cNvSpPr>
          <p:nvPr>
            <p:ph type="title"/>
          </p:nvPr>
        </p:nvSpPr>
        <p:spPr>
          <a:xfrm>
            <a:off x="349624" y="1474471"/>
            <a:ext cx="4316436" cy="1384995"/>
          </a:xfrm>
        </p:spPr>
        <p:txBody>
          <a:bodyPr vert="horz" wrap="square" lIns="0" tIns="0" rIns="0" bIns="0" rtlCol="0">
            <a:spAutoFit/>
          </a:bodyPr>
          <a:lstStyle>
            <a:lvl1pPr>
              <a:defRPr lang="en-US" sz="45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150052269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350355" y="893279"/>
            <a:ext cx="2268635" cy="692498"/>
          </a:xfrm>
        </p:spPr>
        <p:txBody>
          <a:bodyPr wrap="square">
            <a:spAutoFit/>
          </a:bodyPr>
          <a:lstStyle>
            <a:lvl1pPr>
              <a:defRPr sz="4500" b="0">
                <a:solidFill>
                  <a:schemeClr val="tx1"/>
                </a:solidFill>
                <a:latin typeface="Calibri Light" panose="020F0302020204030204" pitchFamily="34" charset="0"/>
                <a:cs typeface="Calibri Light" panose="020F0302020204030204" pitchFamily="34" charset="0"/>
              </a:defRPr>
            </a:lvl1pPr>
          </a:lstStyle>
          <a:p>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3064979" y="89328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3064979" y="141308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3064979" y="192526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3064979" y="244506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3064979" y="2957239"/>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3064979" y="3469420"/>
            <a:ext cx="374196" cy="241220"/>
          </a:xfrm>
          <a:prstGeom prst="rect">
            <a:avLst/>
          </a:prstGeom>
        </p:spPr>
        <p:txBody>
          <a:bodyPr wrap="square" anchor="t" anchorCtr="0">
            <a:spAutoFit/>
          </a:bodyPr>
          <a:lstStyle>
            <a:lvl1pPr algn="r">
              <a:defRPr sz="1500" b="1">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3614198" y="89328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3614198" y="141308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3614198" y="192526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3614198" y="244506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3614198" y="2957239"/>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3614198" y="3469420"/>
            <a:ext cx="3415903" cy="241220"/>
          </a:xfrm>
          <a:prstGeom prst="rect">
            <a:avLst/>
          </a:prstGeom>
        </p:spPr>
        <p:txBody>
          <a:bodyPr wrap="square" anchor="t" anchorCtr="0">
            <a:spAutoFit/>
          </a:bodyPr>
          <a:lstStyle>
            <a:lvl1pPr>
              <a:defRPr sz="1500" b="0">
                <a:solidFill>
                  <a:schemeClr val="tx1"/>
                </a:solidFill>
              </a:defRPr>
            </a:lvl1pPr>
          </a:lstStyle>
          <a:p>
            <a:pPr lvl="0"/>
            <a:r>
              <a:rPr lang="en-US"/>
              <a:t>Section header here</a:t>
            </a:r>
          </a:p>
        </p:txBody>
      </p:sp>
      <p:cxnSp>
        <p:nvCxnSpPr>
          <p:cNvPr id="36" name="Straight Connector 35">
            <a:extLst>
              <a:ext uri="{FF2B5EF4-FFF2-40B4-BE49-F238E27FC236}">
                <a16:creationId xmlns:a16="http://schemas.microsoft.com/office/drawing/2014/main" id="{D6C8558E-5624-D848-B1A3-4B79F93D0AC1}"/>
              </a:ext>
            </a:extLst>
          </p:cNvPr>
          <p:cNvCxnSpPr>
            <a:cxnSpLocks/>
          </p:cNvCxnSpPr>
          <p:nvPr userDrawn="1"/>
        </p:nvCxnSpPr>
        <p:spPr>
          <a:xfrm>
            <a:off x="2794011" y="685800"/>
            <a:ext cx="0" cy="394335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3107882"/>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genda-Bl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350355" y="893279"/>
            <a:ext cx="2268635" cy="692498"/>
          </a:xfrm>
        </p:spPr>
        <p:txBody>
          <a:bodyPr wrap="square">
            <a:spAutoFit/>
          </a:bodyPr>
          <a:lstStyle>
            <a:lvl1pPr>
              <a:defRPr sz="45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3064979" y="8932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3064979" y="14130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3064979" y="19252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3064979" y="24450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3064979" y="2957239"/>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3064979" y="346942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3614198" y="8932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3614198" y="14130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3614198" y="19252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3614198" y="24450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3614198" y="2957239"/>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3614198" y="346942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23" name="TextBox 22">
            <a:extLst>
              <a:ext uri="{FF2B5EF4-FFF2-40B4-BE49-F238E27FC236}">
                <a16:creationId xmlns:a16="http://schemas.microsoft.com/office/drawing/2014/main" id="{05DCFC83-97AB-BE40-9059-9CE8B2021737}"/>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cxnSp>
        <p:nvCxnSpPr>
          <p:cNvPr id="25" name="Straight Connector 24">
            <a:extLst>
              <a:ext uri="{FF2B5EF4-FFF2-40B4-BE49-F238E27FC236}">
                <a16:creationId xmlns:a16="http://schemas.microsoft.com/office/drawing/2014/main" id="{A040CC96-6026-B04A-A42D-A7A8F52BBA69}"/>
              </a:ext>
            </a:extLst>
          </p:cNvPr>
          <p:cNvCxnSpPr>
            <a:cxnSpLocks/>
          </p:cNvCxnSpPr>
          <p:nvPr userDrawn="1"/>
        </p:nvCxnSpPr>
        <p:spPr>
          <a:xfrm>
            <a:off x="2794011" y="685800"/>
            <a:ext cx="0" cy="394335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AE04C751-FBC9-3B46-AAD4-46BD8DFA5D3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1417624764"/>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Picture">
    <p:spTree>
      <p:nvGrpSpPr>
        <p:cNvPr id="1" name=""/>
        <p:cNvGrpSpPr/>
        <p:nvPr/>
      </p:nvGrpSpPr>
      <p:grpSpPr>
        <a:xfrm>
          <a:off x="0" y="0"/>
          <a:ext cx="0" cy="0"/>
          <a:chOff x="0" y="0"/>
          <a:chExt cx="0" cy="0"/>
        </a:xfrm>
      </p:grpSpPr>
      <p:sp>
        <p:nvSpPr>
          <p:cNvPr id="23" name="Picture Placeholder 2">
            <a:extLst>
              <a:ext uri="{FF2B5EF4-FFF2-40B4-BE49-F238E27FC236}">
                <a16:creationId xmlns:a16="http://schemas.microsoft.com/office/drawing/2014/main" id="{DE24B927-3EC2-4323-B375-35AD1C731ADA}"/>
              </a:ext>
            </a:extLst>
          </p:cNvPr>
          <p:cNvSpPr>
            <a:spLocks noGrp="1"/>
          </p:cNvSpPr>
          <p:nvPr>
            <p:ph type="pic" sz="quarter" idx="22"/>
          </p:nvPr>
        </p:nvSpPr>
        <p:spPr>
          <a:xfrm>
            <a:off x="0" y="0"/>
            <a:ext cx="9144000" cy="5143500"/>
          </a:xfrm>
          <a:prstGeom prst="rect">
            <a:avLst/>
          </a:prstGeom>
          <a:solidFill>
            <a:schemeClr val="bg1">
              <a:lumMod val="65000"/>
            </a:schemeClr>
          </a:solidFill>
        </p:spPr>
        <p:txBody>
          <a:bodyPr/>
          <a:lstStyle>
            <a:lvl1pPr>
              <a:defRPr/>
            </a:lvl1pPr>
          </a:lstStyle>
          <a:p>
            <a:r>
              <a:rPr lang="en-US"/>
              <a:t>Click icon to add picture</a:t>
            </a:r>
          </a:p>
        </p:txBody>
      </p:sp>
      <p:pic>
        <p:nvPicPr>
          <p:cNvPr id="8" name="Graphic 7">
            <a:extLst>
              <a:ext uri="{FF2B5EF4-FFF2-40B4-BE49-F238E27FC236}">
                <a16:creationId xmlns:a16="http://schemas.microsoft.com/office/drawing/2014/main" id="{EC2503D5-C016-4D7F-83A5-0A293996B8F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24" name="TextBox 23">
            <a:extLst>
              <a:ext uri="{FF2B5EF4-FFF2-40B4-BE49-F238E27FC236}">
                <a16:creationId xmlns:a16="http://schemas.microsoft.com/office/drawing/2014/main" id="{074065B5-82CF-0942-A54C-2DA21F896678}"/>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32" name="Title 2">
            <a:extLst>
              <a:ext uri="{FF2B5EF4-FFF2-40B4-BE49-F238E27FC236}">
                <a16:creationId xmlns:a16="http://schemas.microsoft.com/office/drawing/2014/main" id="{481E60FF-59F4-A045-B79D-392594C3A2A2}"/>
              </a:ext>
            </a:extLst>
          </p:cNvPr>
          <p:cNvSpPr>
            <a:spLocks noGrp="1"/>
          </p:cNvSpPr>
          <p:nvPr>
            <p:ph type="title" hasCustomPrompt="1"/>
          </p:nvPr>
        </p:nvSpPr>
        <p:spPr>
          <a:xfrm>
            <a:off x="350355" y="893279"/>
            <a:ext cx="2268635" cy="692498"/>
          </a:xfrm>
        </p:spPr>
        <p:txBody>
          <a:bodyPr wrap="square">
            <a:spAutoFit/>
          </a:bodyPr>
          <a:lstStyle>
            <a:lvl1pPr>
              <a:defRPr sz="45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33" name="Text Placeholder 4">
            <a:extLst>
              <a:ext uri="{FF2B5EF4-FFF2-40B4-BE49-F238E27FC236}">
                <a16:creationId xmlns:a16="http://schemas.microsoft.com/office/drawing/2014/main" id="{E107DFBB-2291-EC41-BE16-FC9C5276EAAA}"/>
              </a:ext>
            </a:extLst>
          </p:cNvPr>
          <p:cNvSpPr>
            <a:spLocks noGrp="1"/>
          </p:cNvSpPr>
          <p:nvPr>
            <p:ph type="body" sz="quarter" idx="10" hasCustomPrompt="1"/>
          </p:nvPr>
        </p:nvSpPr>
        <p:spPr>
          <a:xfrm>
            <a:off x="3064979" y="8932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01</a:t>
            </a:r>
          </a:p>
        </p:txBody>
      </p:sp>
      <p:sp>
        <p:nvSpPr>
          <p:cNvPr id="34" name="Text Placeholder 4">
            <a:extLst>
              <a:ext uri="{FF2B5EF4-FFF2-40B4-BE49-F238E27FC236}">
                <a16:creationId xmlns:a16="http://schemas.microsoft.com/office/drawing/2014/main" id="{D13EC089-F387-EA41-87D3-D7758396AEA8}"/>
              </a:ext>
            </a:extLst>
          </p:cNvPr>
          <p:cNvSpPr>
            <a:spLocks noGrp="1"/>
          </p:cNvSpPr>
          <p:nvPr>
            <p:ph type="body" sz="quarter" idx="11" hasCustomPrompt="1"/>
          </p:nvPr>
        </p:nvSpPr>
        <p:spPr>
          <a:xfrm>
            <a:off x="3064979" y="141308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02</a:t>
            </a:r>
          </a:p>
        </p:txBody>
      </p:sp>
      <p:sp>
        <p:nvSpPr>
          <p:cNvPr id="35" name="Text Placeholder 4">
            <a:extLst>
              <a:ext uri="{FF2B5EF4-FFF2-40B4-BE49-F238E27FC236}">
                <a16:creationId xmlns:a16="http://schemas.microsoft.com/office/drawing/2014/main" id="{2C0E4EA0-AEC6-2040-9DC8-9823144C8DCB}"/>
              </a:ext>
            </a:extLst>
          </p:cNvPr>
          <p:cNvSpPr>
            <a:spLocks noGrp="1"/>
          </p:cNvSpPr>
          <p:nvPr>
            <p:ph type="body" sz="quarter" idx="12" hasCustomPrompt="1"/>
          </p:nvPr>
        </p:nvSpPr>
        <p:spPr>
          <a:xfrm>
            <a:off x="3064979" y="19252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03</a:t>
            </a:r>
          </a:p>
        </p:txBody>
      </p:sp>
      <p:sp>
        <p:nvSpPr>
          <p:cNvPr id="36" name="Text Placeholder 4">
            <a:extLst>
              <a:ext uri="{FF2B5EF4-FFF2-40B4-BE49-F238E27FC236}">
                <a16:creationId xmlns:a16="http://schemas.microsoft.com/office/drawing/2014/main" id="{019E3807-3E52-E344-BE1D-80D26E0087DB}"/>
              </a:ext>
            </a:extLst>
          </p:cNvPr>
          <p:cNvSpPr>
            <a:spLocks noGrp="1"/>
          </p:cNvSpPr>
          <p:nvPr>
            <p:ph type="body" sz="quarter" idx="13" hasCustomPrompt="1"/>
          </p:nvPr>
        </p:nvSpPr>
        <p:spPr>
          <a:xfrm>
            <a:off x="3064979" y="244506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04</a:t>
            </a:r>
          </a:p>
        </p:txBody>
      </p:sp>
      <p:sp>
        <p:nvSpPr>
          <p:cNvPr id="37" name="Text Placeholder 4">
            <a:extLst>
              <a:ext uri="{FF2B5EF4-FFF2-40B4-BE49-F238E27FC236}">
                <a16:creationId xmlns:a16="http://schemas.microsoft.com/office/drawing/2014/main" id="{CB1D9E5D-6DB8-F543-AD52-933C5C991DBB}"/>
              </a:ext>
            </a:extLst>
          </p:cNvPr>
          <p:cNvSpPr>
            <a:spLocks noGrp="1"/>
          </p:cNvSpPr>
          <p:nvPr>
            <p:ph type="body" sz="quarter" idx="14" hasCustomPrompt="1"/>
          </p:nvPr>
        </p:nvSpPr>
        <p:spPr>
          <a:xfrm>
            <a:off x="3064979" y="2957239"/>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05</a:t>
            </a:r>
          </a:p>
        </p:txBody>
      </p:sp>
      <p:sp>
        <p:nvSpPr>
          <p:cNvPr id="38" name="Text Placeholder 4">
            <a:extLst>
              <a:ext uri="{FF2B5EF4-FFF2-40B4-BE49-F238E27FC236}">
                <a16:creationId xmlns:a16="http://schemas.microsoft.com/office/drawing/2014/main" id="{DCAEE080-41A6-D445-8E6D-2AF68332C85C}"/>
              </a:ext>
            </a:extLst>
          </p:cNvPr>
          <p:cNvSpPr>
            <a:spLocks noGrp="1"/>
          </p:cNvSpPr>
          <p:nvPr>
            <p:ph type="body" sz="quarter" idx="15" hasCustomPrompt="1"/>
          </p:nvPr>
        </p:nvSpPr>
        <p:spPr>
          <a:xfrm>
            <a:off x="3064979" y="3469420"/>
            <a:ext cx="374196" cy="241220"/>
          </a:xfrm>
          <a:prstGeom prst="rect">
            <a:avLst/>
          </a:prstGeom>
        </p:spPr>
        <p:txBody>
          <a:bodyPr wrap="square" anchor="t" anchorCtr="0">
            <a:spAutoFit/>
          </a:bodyPr>
          <a:lstStyle>
            <a:lvl1pPr algn="r">
              <a:defRPr sz="1500" b="1">
                <a:solidFill>
                  <a:schemeClr val="bg1"/>
                </a:solidFill>
              </a:defRPr>
            </a:lvl1pPr>
          </a:lstStyle>
          <a:p>
            <a:pPr lvl="0"/>
            <a:r>
              <a:rPr lang="en-US"/>
              <a:t>06</a:t>
            </a:r>
          </a:p>
        </p:txBody>
      </p:sp>
      <p:sp>
        <p:nvSpPr>
          <p:cNvPr id="39" name="Text Placeholder 4">
            <a:extLst>
              <a:ext uri="{FF2B5EF4-FFF2-40B4-BE49-F238E27FC236}">
                <a16:creationId xmlns:a16="http://schemas.microsoft.com/office/drawing/2014/main" id="{D24A6FF9-0ADC-3D4D-B95A-23ED94770AE1}"/>
              </a:ext>
            </a:extLst>
          </p:cNvPr>
          <p:cNvSpPr>
            <a:spLocks noGrp="1"/>
          </p:cNvSpPr>
          <p:nvPr>
            <p:ph type="body" sz="quarter" idx="16" hasCustomPrompt="1"/>
          </p:nvPr>
        </p:nvSpPr>
        <p:spPr>
          <a:xfrm>
            <a:off x="3614198" y="8932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0" name="Text Placeholder 4">
            <a:extLst>
              <a:ext uri="{FF2B5EF4-FFF2-40B4-BE49-F238E27FC236}">
                <a16:creationId xmlns:a16="http://schemas.microsoft.com/office/drawing/2014/main" id="{17202BF7-08E8-0642-B5BB-1D4E28A491E9}"/>
              </a:ext>
            </a:extLst>
          </p:cNvPr>
          <p:cNvSpPr>
            <a:spLocks noGrp="1"/>
          </p:cNvSpPr>
          <p:nvPr>
            <p:ph type="body" sz="quarter" idx="17" hasCustomPrompt="1"/>
          </p:nvPr>
        </p:nvSpPr>
        <p:spPr>
          <a:xfrm>
            <a:off x="3614198" y="141308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1" name="Text Placeholder 4">
            <a:extLst>
              <a:ext uri="{FF2B5EF4-FFF2-40B4-BE49-F238E27FC236}">
                <a16:creationId xmlns:a16="http://schemas.microsoft.com/office/drawing/2014/main" id="{E1DF2E15-278E-BB41-AB8F-A0A51FACFD79}"/>
              </a:ext>
            </a:extLst>
          </p:cNvPr>
          <p:cNvSpPr>
            <a:spLocks noGrp="1"/>
          </p:cNvSpPr>
          <p:nvPr>
            <p:ph type="body" sz="quarter" idx="18" hasCustomPrompt="1"/>
          </p:nvPr>
        </p:nvSpPr>
        <p:spPr>
          <a:xfrm>
            <a:off x="3614198" y="19252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2" name="Text Placeholder 4">
            <a:extLst>
              <a:ext uri="{FF2B5EF4-FFF2-40B4-BE49-F238E27FC236}">
                <a16:creationId xmlns:a16="http://schemas.microsoft.com/office/drawing/2014/main" id="{770D617C-6EF1-9847-9E19-F322FAC38A28}"/>
              </a:ext>
            </a:extLst>
          </p:cNvPr>
          <p:cNvSpPr>
            <a:spLocks noGrp="1"/>
          </p:cNvSpPr>
          <p:nvPr>
            <p:ph type="body" sz="quarter" idx="19" hasCustomPrompt="1"/>
          </p:nvPr>
        </p:nvSpPr>
        <p:spPr>
          <a:xfrm>
            <a:off x="3614198" y="244506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3" name="Text Placeholder 4">
            <a:extLst>
              <a:ext uri="{FF2B5EF4-FFF2-40B4-BE49-F238E27FC236}">
                <a16:creationId xmlns:a16="http://schemas.microsoft.com/office/drawing/2014/main" id="{C49568AB-E132-0347-B868-577B88807D7B}"/>
              </a:ext>
            </a:extLst>
          </p:cNvPr>
          <p:cNvSpPr>
            <a:spLocks noGrp="1"/>
          </p:cNvSpPr>
          <p:nvPr>
            <p:ph type="body" sz="quarter" idx="20" hasCustomPrompt="1"/>
          </p:nvPr>
        </p:nvSpPr>
        <p:spPr>
          <a:xfrm>
            <a:off x="3614198" y="2957239"/>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sp>
        <p:nvSpPr>
          <p:cNvPr id="44" name="Text Placeholder 4">
            <a:extLst>
              <a:ext uri="{FF2B5EF4-FFF2-40B4-BE49-F238E27FC236}">
                <a16:creationId xmlns:a16="http://schemas.microsoft.com/office/drawing/2014/main" id="{BA277EC2-1880-A64A-8CD9-EAFCECD5EA2D}"/>
              </a:ext>
            </a:extLst>
          </p:cNvPr>
          <p:cNvSpPr>
            <a:spLocks noGrp="1"/>
          </p:cNvSpPr>
          <p:nvPr>
            <p:ph type="body" sz="quarter" idx="21" hasCustomPrompt="1"/>
          </p:nvPr>
        </p:nvSpPr>
        <p:spPr>
          <a:xfrm>
            <a:off x="3614198" y="3469420"/>
            <a:ext cx="3415903" cy="241220"/>
          </a:xfrm>
          <a:prstGeom prst="rect">
            <a:avLst/>
          </a:prstGeom>
        </p:spPr>
        <p:txBody>
          <a:bodyPr wrap="square" anchor="t" anchorCtr="0">
            <a:spAutoFit/>
          </a:bodyPr>
          <a:lstStyle>
            <a:lvl1pPr>
              <a:defRPr sz="1500" b="0">
                <a:solidFill>
                  <a:schemeClr val="bg1"/>
                </a:solidFill>
              </a:defRPr>
            </a:lvl1pPr>
          </a:lstStyle>
          <a:p>
            <a:pPr lvl="0"/>
            <a:r>
              <a:rPr lang="en-US"/>
              <a:t>Section header here</a:t>
            </a:r>
          </a:p>
        </p:txBody>
      </p:sp>
      <p:cxnSp>
        <p:nvCxnSpPr>
          <p:cNvPr id="45" name="Straight Connector 44">
            <a:extLst>
              <a:ext uri="{FF2B5EF4-FFF2-40B4-BE49-F238E27FC236}">
                <a16:creationId xmlns:a16="http://schemas.microsoft.com/office/drawing/2014/main" id="{3D8C977B-490A-7A40-83B1-341231F1E4DA}"/>
              </a:ext>
            </a:extLst>
          </p:cNvPr>
          <p:cNvCxnSpPr>
            <a:cxnSpLocks/>
          </p:cNvCxnSpPr>
          <p:nvPr userDrawn="1"/>
        </p:nvCxnSpPr>
        <p:spPr>
          <a:xfrm>
            <a:off x="2794011" y="685800"/>
            <a:ext cx="0" cy="394335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6" name="Text Placeholder 3">
            <a:extLst>
              <a:ext uri="{FF2B5EF4-FFF2-40B4-BE49-F238E27FC236}">
                <a16:creationId xmlns:a16="http://schemas.microsoft.com/office/drawing/2014/main" id="{F46579F0-C0D7-394C-ABF4-CA5A1613E04C}"/>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2768606211"/>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342901" y="1719232"/>
            <a:ext cx="5587604" cy="692498"/>
          </a:xfrm>
        </p:spPr>
        <p:txBody>
          <a:bodyPr wrap="square">
            <a:spAutoFit/>
          </a:bodyPr>
          <a:lstStyle>
            <a:lvl1pPr>
              <a:defRPr sz="4500">
                <a:latin typeface="Calibri Light" panose="020F0302020204030204" pitchFamily="34" charset="0"/>
                <a:cs typeface="Calibri Light" panose="020F0302020204030204" pitchFamily="34" charset="0"/>
              </a:defRPr>
            </a:lvl1pPr>
          </a:lstStyle>
          <a:p>
            <a:r>
              <a:rPr lang="en-US"/>
              <a:t>Section Header</a:t>
            </a:r>
          </a:p>
        </p:txBody>
      </p:sp>
      <p:sp>
        <p:nvSpPr>
          <p:cNvPr id="4" name="Text Placeholder 3">
            <a:extLst>
              <a:ext uri="{FF2B5EF4-FFF2-40B4-BE49-F238E27FC236}">
                <a16:creationId xmlns:a16="http://schemas.microsoft.com/office/drawing/2014/main" id="{1F897BD5-071C-4070-AB48-99AEFB09E739}"/>
              </a:ext>
            </a:extLst>
          </p:cNvPr>
          <p:cNvSpPr>
            <a:spLocks noGrp="1"/>
          </p:cNvSpPr>
          <p:nvPr>
            <p:ph type="body" sz="quarter" idx="10"/>
          </p:nvPr>
        </p:nvSpPr>
        <p:spPr>
          <a:xfrm>
            <a:off x="342900" y="2571750"/>
            <a:ext cx="6474619" cy="1543050"/>
          </a:xfrm>
          <a:prstGeom prst="rect">
            <a:avLst/>
          </a:prstGeom>
        </p:spPr>
        <p:txBody>
          <a:bodyPr/>
          <a:lstStyle>
            <a:lvl1pPr>
              <a:defRPr sz="1350"/>
            </a:lvl1pPr>
            <a:lvl2pPr>
              <a:buNone/>
              <a:defRPr/>
            </a:lvl2pPr>
          </a:lstStyle>
          <a:p>
            <a:pPr lvl="0"/>
            <a:r>
              <a:rPr lang="en-US"/>
              <a:t>Click to edit Master text styles</a:t>
            </a:r>
          </a:p>
        </p:txBody>
      </p:sp>
    </p:spTree>
    <p:extLst>
      <p:ext uri="{BB962C8B-B14F-4D97-AF65-F5344CB8AC3E}">
        <p14:creationId xmlns:p14="http://schemas.microsoft.com/office/powerpoint/2010/main" val="3850215462"/>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B0330134-8A98-4980-8768-0A6F6740898D}"/>
              </a:ext>
            </a:extLst>
          </p:cNvPr>
          <p:cNvSpPr>
            <a:spLocks noGrp="1"/>
          </p:cNvSpPr>
          <p:nvPr>
            <p:ph type="title" hasCustomPrompt="1"/>
          </p:nvPr>
        </p:nvSpPr>
        <p:spPr>
          <a:xfrm>
            <a:off x="342901" y="1719232"/>
            <a:ext cx="5587604" cy="692498"/>
          </a:xfrm>
        </p:spPr>
        <p:txBody>
          <a:bodyPr wrap="square">
            <a:spAutoFit/>
          </a:bodyPr>
          <a:lstStyle>
            <a:lvl1pPr>
              <a:defRPr sz="45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45AAE230-03E7-412A-8ABA-3FCF0021065E}"/>
              </a:ext>
            </a:extLst>
          </p:cNvPr>
          <p:cNvSpPr>
            <a:spLocks noGrp="1"/>
          </p:cNvSpPr>
          <p:nvPr>
            <p:ph type="body" sz="quarter" idx="10"/>
          </p:nvPr>
        </p:nvSpPr>
        <p:spPr>
          <a:xfrm>
            <a:off x="342900" y="2571750"/>
            <a:ext cx="6474619" cy="1543050"/>
          </a:xfrm>
          <a:prstGeom prst="rect">
            <a:avLst/>
          </a:prstGeom>
        </p:spPr>
        <p:txBody>
          <a:bodyPr/>
          <a:lstStyle>
            <a:lvl1pPr>
              <a:defRPr sz="1350">
                <a:solidFill>
                  <a:schemeClr val="bg1"/>
                </a:solidFill>
              </a:defRPr>
            </a:lvl1pPr>
            <a:lvl2pPr>
              <a:buNone/>
              <a:defRPr/>
            </a:lvl2pPr>
          </a:lstStyle>
          <a:p>
            <a:pPr lvl="0"/>
            <a:r>
              <a:rPr lang="en-US"/>
              <a:t>Click to edit Master text styles</a:t>
            </a:r>
          </a:p>
        </p:txBody>
      </p:sp>
      <p:pic>
        <p:nvPicPr>
          <p:cNvPr id="3" name="Graphic 2">
            <a:extLst>
              <a:ext uri="{FF2B5EF4-FFF2-40B4-BE49-F238E27FC236}">
                <a16:creationId xmlns:a16="http://schemas.microsoft.com/office/drawing/2014/main" id="{ED39377C-A4AF-4B79-9CA5-600FF7C9AA2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9" name="TextBox 8">
            <a:extLst>
              <a:ext uri="{FF2B5EF4-FFF2-40B4-BE49-F238E27FC236}">
                <a16:creationId xmlns:a16="http://schemas.microsoft.com/office/drawing/2014/main" id="{581E7284-C854-184C-A06D-CACC02F73E92}"/>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2" name="Text Placeholder 3">
            <a:extLst>
              <a:ext uri="{FF2B5EF4-FFF2-40B4-BE49-F238E27FC236}">
                <a16:creationId xmlns:a16="http://schemas.microsoft.com/office/drawing/2014/main" id="{18A1A574-71CC-6640-9BC0-9339C3ABCCC1}"/>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51628004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vider-Picture">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AC1C81F5-54D7-4540-9257-18BFF40092EA}"/>
              </a:ext>
            </a:extLst>
          </p:cNvPr>
          <p:cNvSpPr>
            <a:spLocks noGrp="1"/>
          </p:cNvSpPr>
          <p:nvPr>
            <p:ph type="pic" sz="quarter" idx="13"/>
          </p:nvPr>
        </p:nvSpPr>
        <p:spPr>
          <a:xfrm>
            <a:off x="0" y="0"/>
            <a:ext cx="9144000" cy="5143500"/>
          </a:xfrm>
          <a:prstGeom prst="rect">
            <a:avLst/>
          </a:prstGeom>
          <a:solidFill>
            <a:schemeClr val="bg1">
              <a:lumMod val="65000"/>
            </a:schemeClr>
          </a:solidFill>
        </p:spPr>
        <p:txBody>
          <a:bodyPr/>
          <a:lstStyle>
            <a:lvl1pPr>
              <a:defRPr/>
            </a:lvl1pPr>
          </a:lstStyle>
          <a:p>
            <a:r>
              <a:rPr lang="en-US"/>
              <a:t>Click icon to add picture</a:t>
            </a:r>
          </a:p>
        </p:txBody>
      </p:sp>
      <p:sp>
        <p:nvSpPr>
          <p:cNvPr id="9" name="Title 2">
            <a:extLst>
              <a:ext uri="{FF2B5EF4-FFF2-40B4-BE49-F238E27FC236}">
                <a16:creationId xmlns:a16="http://schemas.microsoft.com/office/drawing/2014/main" id="{2C8D4D26-39BC-439E-9736-9CE3385DD9DC}"/>
              </a:ext>
            </a:extLst>
          </p:cNvPr>
          <p:cNvSpPr>
            <a:spLocks noGrp="1"/>
          </p:cNvSpPr>
          <p:nvPr>
            <p:ph type="title" hasCustomPrompt="1"/>
          </p:nvPr>
        </p:nvSpPr>
        <p:spPr>
          <a:xfrm>
            <a:off x="342901" y="1719232"/>
            <a:ext cx="5587604" cy="692498"/>
          </a:xfrm>
        </p:spPr>
        <p:txBody>
          <a:bodyPr wrap="square">
            <a:spAutoFit/>
          </a:bodyPr>
          <a:lstStyle>
            <a:lvl1pPr>
              <a:defRPr sz="45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E33501BA-291D-41ED-BCBD-8B23A9C86C4B}"/>
              </a:ext>
            </a:extLst>
          </p:cNvPr>
          <p:cNvSpPr>
            <a:spLocks noGrp="1"/>
          </p:cNvSpPr>
          <p:nvPr>
            <p:ph type="body" sz="quarter" idx="11"/>
          </p:nvPr>
        </p:nvSpPr>
        <p:spPr>
          <a:xfrm>
            <a:off x="342900" y="2571750"/>
            <a:ext cx="6474619" cy="1543050"/>
          </a:xfrm>
          <a:prstGeom prst="rect">
            <a:avLst/>
          </a:prstGeom>
        </p:spPr>
        <p:txBody>
          <a:bodyPr/>
          <a:lstStyle>
            <a:lvl1pPr>
              <a:defRPr sz="1350">
                <a:solidFill>
                  <a:schemeClr val="bg1"/>
                </a:solidFill>
              </a:defRPr>
            </a:lvl1pPr>
            <a:lvl2pPr>
              <a:buNone/>
              <a:defRPr/>
            </a:lvl2pPr>
          </a:lstStyle>
          <a:p>
            <a:pPr lvl="0"/>
            <a:r>
              <a:rPr lang="en-US"/>
              <a:t>Click to edit Master text styles</a:t>
            </a:r>
          </a:p>
        </p:txBody>
      </p:sp>
      <p:sp>
        <p:nvSpPr>
          <p:cNvPr id="8" name="TextBox 7">
            <a:extLst>
              <a:ext uri="{FF2B5EF4-FFF2-40B4-BE49-F238E27FC236}">
                <a16:creationId xmlns:a16="http://schemas.microsoft.com/office/drawing/2014/main" id="{F10D9AC8-F415-4F41-81BB-33EEA9AD7083}"/>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4" name="Text Placeholder 3">
            <a:extLst>
              <a:ext uri="{FF2B5EF4-FFF2-40B4-BE49-F238E27FC236}">
                <a16:creationId xmlns:a16="http://schemas.microsoft.com/office/drawing/2014/main" id="{6CAD51B5-4F0B-1246-8F71-7B2D95B954E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pic>
        <p:nvPicPr>
          <p:cNvPr id="11" name="Graphic 10">
            <a:extLst>
              <a:ext uri="{FF2B5EF4-FFF2-40B4-BE49-F238E27FC236}">
                <a16:creationId xmlns:a16="http://schemas.microsoft.com/office/drawing/2014/main" id="{41B932DC-E0AB-5041-A632-07A26B0EB21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651206045"/>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284684018"/>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84546525"/>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p:nvPr>
        </p:nvSpPr>
        <p:spPr>
          <a:xfrm>
            <a:off x="342900" y="684111"/>
            <a:ext cx="8455914" cy="207749"/>
          </a:xfrm>
          <a:prstGeom prst="rect">
            <a:avLst/>
          </a:prstGeom>
        </p:spPr>
        <p:txBody>
          <a:bodyPr wrap="square" lIns="0" tIns="0" rIns="0" bIns="0" anchor="t" anchorCtr="0">
            <a:spAutoFit/>
          </a:bodyPr>
          <a:lstStyle>
            <a:lvl1pPr marL="0" indent="0">
              <a:lnSpc>
                <a:spcPct val="100000"/>
              </a:lnSpc>
              <a:spcBef>
                <a:spcPts val="0"/>
              </a:spcBef>
              <a:buNone/>
              <a:defRPr sz="1350" b="0" i="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025929093"/>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831574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218CE59C-541D-F946-A8DA-A4B9F8BF479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10" name="TextBox 9">
            <a:extLst>
              <a:ext uri="{FF2B5EF4-FFF2-40B4-BE49-F238E27FC236}">
                <a16:creationId xmlns:a16="http://schemas.microsoft.com/office/drawing/2014/main" id="{3F83E1B4-D017-3E4B-8268-79DFC41DB4DB}"/>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8" name="Title 1">
            <a:extLst>
              <a:ext uri="{FF2B5EF4-FFF2-40B4-BE49-F238E27FC236}">
                <a16:creationId xmlns:a16="http://schemas.microsoft.com/office/drawing/2014/main" id="{267E2E61-17F9-0842-9210-A1111E25B866}"/>
              </a:ext>
            </a:extLst>
          </p:cNvPr>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9" name="Text Placeholder 10">
            <a:extLst>
              <a:ext uri="{FF2B5EF4-FFF2-40B4-BE49-F238E27FC236}">
                <a16:creationId xmlns:a16="http://schemas.microsoft.com/office/drawing/2014/main" id="{0548B8AD-0CC3-5248-932C-F8A325C1B47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12" name="Text Placeholder 3">
            <a:extLst>
              <a:ext uri="{FF2B5EF4-FFF2-40B4-BE49-F238E27FC236}">
                <a16:creationId xmlns:a16="http://schemas.microsoft.com/office/drawing/2014/main" id="{E4D782FD-394E-974B-830A-5392AB47CB04}"/>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310843185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25524" y="0"/>
            <a:ext cx="4516561" cy="5143500"/>
          </a:xfrm>
          <a:prstGeom prst="rect">
            <a:avLst/>
          </a:prstGeom>
          <a:solidFill>
            <a:schemeClr val="accent4"/>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342900"/>
            <a:ext cx="2714625" cy="253916"/>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180594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9" name="Text Placeholder 2">
            <a:extLst>
              <a:ext uri="{FF2B5EF4-FFF2-40B4-BE49-F238E27FC236}">
                <a16:creationId xmlns:a16="http://schemas.microsoft.com/office/drawing/2014/main" id="{EC0BE653-C375-415A-859B-2A7348B8E418}"/>
              </a:ext>
            </a:extLst>
          </p:cNvPr>
          <p:cNvSpPr>
            <a:spLocks noGrp="1"/>
          </p:cNvSpPr>
          <p:nvPr>
            <p:ph type="body" sz="quarter" idx="17" hasCustomPrompt="1"/>
          </p:nvPr>
        </p:nvSpPr>
        <p:spPr>
          <a:xfrm>
            <a:off x="357188" y="1200150"/>
            <a:ext cx="3743325" cy="1411733"/>
          </a:xfrm>
          <a:prstGeom prst="rect">
            <a:avLst/>
          </a:prstGeom>
        </p:spPr>
        <p:txBody>
          <a:bodyPr wrap="square">
            <a:spAutoFit/>
          </a:bodyPr>
          <a:lstStyle>
            <a:lvl1pPr>
              <a:defRPr sz="120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126584" y="2364452"/>
            <a:ext cx="5143502" cy="414595"/>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160385002"/>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365206" y="0"/>
            <a:ext cx="1778792"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CDF557E5-085D-F44F-B30C-91E51AE491D3}"/>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0" name="Text Placeholder 3">
            <a:extLst>
              <a:ext uri="{FF2B5EF4-FFF2-40B4-BE49-F238E27FC236}">
                <a16:creationId xmlns:a16="http://schemas.microsoft.com/office/drawing/2014/main" id="{FE178E08-6B21-2843-9385-4D9886760A91}"/>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1" name="Text Placeholder 10">
            <a:extLst>
              <a:ext uri="{FF2B5EF4-FFF2-40B4-BE49-F238E27FC236}">
                <a16:creationId xmlns:a16="http://schemas.microsoft.com/office/drawing/2014/main" id="{2E8C029E-1B45-494C-B838-1704772FF782}"/>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9" name="Title 1">
            <a:extLst>
              <a:ext uri="{FF2B5EF4-FFF2-40B4-BE49-F238E27FC236}">
                <a16:creationId xmlns:a16="http://schemas.microsoft.com/office/drawing/2014/main" id="{46C1CA1B-2E41-DA49-A688-13BC117567D0}"/>
              </a:ext>
            </a:extLst>
          </p:cNvPr>
          <p:cNvSpPr>
            <a:spLocks noGrp="1"/>
          </p:cNvSpPr>
          <p:nvPr>
            <p:ph type="title"/>
          </p:nvPr>
        </p:nvSpPr>
        <p:spPr>
          <a:xfrm>
            <a:off x="342900" y="342900"/>
            <a:ext cx="4909521" cy="3429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2302349990"/>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5930503" y="0"/>
            <a:ext cx="321349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CDF557E5-085D-F44F-B30C-91E51AE491D3}"/>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0" name="Text Placeholder 3">
            <a:extLst>
              <a:ext uri="{FF2B5EF4-FFF2-40B4-BE49-F238E27FC236}">
                <a16:creationId xmlns:a16="http://schemas.microsoft.com/office/drawing/2014/main" id="{FE178E08-6B21-2843-9385-4D9886760A91}"/>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1" name="Text Placeholder 10">
            <a:extLst>
              <a:ext uri="{FF2B5EF4-FFF2-40B4-BE49-F238E27FC236}">
                <a16:creationId xmlns:a16="http://schemas.microsoft.com/office/drawing/2014/main" id="{2E8C029E-1B45-494C-B838-1704772FF782}"/>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9" name="Title 1">
            <a:extLst>
              <a:ext uri="{FF2B5EF4-FFF2-40B4-BE49-F238E27FC236}">
                <a16:creationId xmlns:a16="http://schemas.microsoft.com/office/drawing/2014/main" id="{46C1CA1B-2E41-DA49-A688-13BC117567D0}"/>
              </a:ext>
            </a:extLst>
          </p:cNvPr>
          <p:cNvSpPr>
            <a:spLocks noGrp="1"/>
          </p:cNvSpPr>
          <p:nvPr>
            <p:ph type="title"/>
          </p:nvPr>
        </p:nvSpPr>
        <p:spPr>
          <a:xfrm>
            <a:off x="342900" y="342900"/>
            <a:ext cx="4909521" cy="3429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1424446989"/>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4571999" y="0"/>
            <a:ext cx="4572000"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4" name="Title 1">
            <a:extLst>
              <a:ext uri="{FF2B5EF4-FFF2-40B4-BE49-F238E27FC236}">
                <a16:creationId xmlns:a16="http://schemas.microsoft.com/office/drawing/2014/main" id="{E4955F73-BCD8-4858-BDA2-D30A6DDD9E2F}"/>
              </a:ext>
            </a:extLst>
          </p:cNvPr>
          <p:cNvSpPr>
            <a:spLocks noGrp="1"/>
          </p:cNvSpPr>
          <p:nvPr>
            <p:ph type="title"/>
          </p:nvPr>
        </p:nvSpPr>
        <p:spPr>
          <a:xfrm>
            <a:off x="342900" y="694267"/>
            <a:ext cx="3598069" cy="253916"/>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6DB3700-A2AA-CC46-AB06-739575CE1198}"/>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8" name="Text Placeholder 3">
            <a:extLst>
              <a:ext uri="{FF2B5EF4-FFF2-40B4-BE49-F238E27FC236}">
                <a16:creationId xmlns:a16="http://schemas.microsoft.com/office/drawing/2014/main" id="{78F2DB0F-A762-9841-A4D7-8B6F3D5251E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4936516" y="723421"/>
            <a:ext cx="1661609" cy="184666"/>
          </a:xfrm>
          <a:prstGeom prst="rect">
            <a:avLst/>
          </a:prstGeom>
          <a:noFill/>
        </p:spPr>
        <p:txBody>
          <a:bodyPr vert="horz" wrap="none" lIns="0" tIns="0" rIns="0" bIns="0" rtlCol="0" anchor="ctr">
            <a:spAutoFit/>
          </a:bodyPr>
          <a:lstStyle>
            <a:lvl1pPr>
              <a:defRPr lang="en-US" sz="1200" b="1" cap="none" spc="75" baseline="0" smtClean="0">
                <a:solidFill>
                  <a:schemeClr val="tx1"/>
                </a:solidFill>
                <a:ea typeface="+mj-ea"/>
                <a:cs typeface="+mj-cs"/>
              </a:defRPr>
            </a:lvl1pPr>
            <a:lvl2pPr marL="128588" indent="0">
              <a:buNone/>
              <a:defRPr lang="en-US" sz="1013" smtClean="0"/>
            </a:lvl2pPr>
            <a:lvl3pPr>
              <a:defRPr lang="en-US" sz="1013" smtClean="0"/>
            </a:lvl3pPr>
            <a:lvl4pPr>
              <a:defRPr lang="en-US" sz="1013" smtClean="0"/>
            </a:lvl4pPr>
            <a:lvl5pPr>
              <a:defRPr lang="en-US" sz="1013"/>
            </a:lvl5pPr>
          </a:lstStyle>
          <a:p>
            <a:pPr marL="0" lvl="0">
              <a:lnSpc>
                <a:spcPct val="100000"/>
              </a:lnSpc>
              <a:spcBef>
                <a:spcPct val="0"/>
              </a:spcBef>
              <a:buNone/>
            </a:pPr>
            <a:r>
              <a:rPr lang="en-US" dirty="0"/>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4936515" y="2400085"/>
            <a:ext cx="1661609" cy="184666"/>
          </a:xfrm>
          <a:prstGeom prst="rect">
            <a:avLst/>
          </a:prstGeom>
          <a:noFill/>
        </p:spPr>
        <p:txBody>
          <a:bodyPr vert="horz" wrap="none" lIns="0" tIns="0" rIns="0" bIns="0" rtlCol="0" anchor="ctr">
            <a:spAutoFit/>
          </a:bodyPr>
          <a:lstStyle>
            <a:lvl1pPr>
              <a:defRPr lang="en-US" sz="1200" b="1" cap="none" spc="75" baseline="0" smtClean="0">
                <a:solidFill>
                  <a:schemeClr val="tx1"/>
                </a:solidFill>
                <a:ea typeface="+mj-ea"/>
                <a:cs typeface="+mj-cs"/>
              </a:defRPr>
            </a:lvl1pPr>
            <a:lvl2pPr marL="128588" indent="0">
              <a:buNone/>
              <a:defRPr lang="en-US" sz="1013" smtClean="0"/>
            </a:lvl2pPr>
            <a:lvl3pPr>
              <a:defRPr lang="en-US" sz="1013" smtClean="0"/>
            </a:lvl3pPr>
            <a:lvl4pPr>
              <a:defRPr lang="en-US" sz="1013" smtClean="0"/>
            </a:lvl4pPr>
            <a:lvl5pPr>
              <a:defRPr lang="en-US" sz="1013"/>
            </a:lvl5pPr>
          </a:lstStyle>
          <a:p>
            <a:pPr marL="0" lvl="0">
              <a:lnSpc>
                <a:spcPct val="100000"/>
              </a:lnSpc>
              <a:spcBef>
                <a:spcPct val="0"/>
              </a:spcBef>
              <a:buNone/>
            </a:pPr>
            <a:r>
              <a:rPr lang="en-US" dirty="0"/>
              <a:t>Edit Master Text Styles</a:t>
            </a:r>
          </a:p>
        </p:txBody>
      </p:sp>
      <p:sp>
        <p:nvSpPr>
          <p:cNvPr id="11" name="Text Placeholder 10">
            <a:extLst>
              <a:ext uri="{FF2B5EF4-FFF2-40B4-BE49-F238E27FC236}">
                <a16:creationId xmlns:a16="http://schemas.microsoft.com/office/drawing/2014/main" id="{E59EA3FB-C095-0948-83CD-4F812F3CA45C}"/>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770900754"/>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4571999" y="0"/>
            <a:ext cx="4572000"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342900"/>
            <a:ext cx="3598069" cy="342900"/>
          </a:xfrm>
        </p:spPr>
        <p:txBody>
          <a:bodyPr/>
          <a:lstStyle>
            <a:lvl1pPr>
              <a:defRPr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4572000" y="0"/>
            <a:ext cx="4572000" cy="5143500"/>
          </a:xfrm>
          <a:prstGeom prst="rect">
            <a:avLst/>
          </a:prstGeom>
        </p:spPr>
        <p:txBody>
          <a:bodyPr/>
          <a:lstStyle/>
          <a:p>
            <a:r>
              <a:rPr lang="en-US"/>
              <a:t>Click icon to add picture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7" name="TextBox 6">
            <a:extLst>
              <a:ext uri="{FF2B5EF4-FFF2-40B4-BE49-F238E27FC236}">
                <a16:creationId xmlns:a16="http://schemas.microsoft.com/office/drawing/2014/main" id="{AFC233F4-4BA6-EC46-8DB3-143A95D5459A}"/>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9" name="Text Placeholder 3">
            <a:extLst>
              <a:ext uri="{FF2B5EF4-FFF2-40B4-BE49-F238E27FC236}">
                <a16:creationId xmlns:a16="http://schemas.microsoft.com/office/drawing/2014/main" id="{B8E027D5-10AF-5247-B60F-C8B2D62BC77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Tree>
    <p:extLst>
      <p:ext uri="{BB962C8B-B14F-4D97-AF65-F5344CB8AC3E}">
        <p14:creationId xmlns:p14="http://schemas.microsoft.com/office/powerpoint/2010/main" val="403514869"/>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Case Study-1/2 Picture Logo">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4571999" y="0"/>
            <a:ext cx="4572000"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685800"/>
            <a:ext cx="3598069" cy="342900"/>
          </a:xfrm>
        </p:spPr>
        <p:txBody>
          <a:bodyPr/>
          <a:lstStyle>
            <a:lvl1pPr>
              <a:defRPr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4572000" y="0"/>
            <a:ext cx="4572000" cy="5143500"/>
          </a:xfrm>
          <a:prstGeom prst="rect">
            <a:avLst/>
          </a:prstGeom>
        </p:spPr>
        <p:txBody>
          <a:bodyPr/>
          <a:lstStyle/>
          <a:p>
            <a:r>
              <a:rPr lang="en-US"/>
              <a:t>Click icon to add picture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7" name="TextBox 6">
            <a:extLst>
              <a:ext uri="{FF2B5EF4-FFF2-40B4-BE49-F238E27FC236}">
                <a16:creationId xmlns:a16="http://schemas.microsoft.com/office/drawing/2014/main" id="{AFC233F4-4BA6-EC46-8DB3-143A95D5459A}"/>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9" name="Text Placeholder 3">
            <a:extLst>
              <a:ext uri="{FF2B5EF4-FFF2-40B4-BE49-F238E27FC236}">
                <a16:creationId xmlns:a16="http://schemas.microsoft.com/office/drawing/2014/main" id="{B8E027D5-10AF-5247-B60F-C8B2D62BC77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Tree>
    <p:extLst>
      <p:ext uri="{BB962C8B-B14F-4D97-AF65-F5344CB8AC3E}">
        <p14:creationId xmlns:p14="http://schemas.microsoft.com/office/powerpoint/2010/main" val="3556668290"/>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3226594" y="0"/>
            <a:ext cx="591740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1" y="352425"/>
            <a:ext cx="2705195" cy="253916"/>
          </a:xfrm>
        </p:spPr>
        <p:txBody>
          <a:bodyPr wrap="square">
            <a:spAutoFit/>
          </a:bodyPr>
          <a:lstStyle>
            <a:lvl1pPr>
              <a:defRPr b="1">
                <a:solidFill>
                  <a:schemeClr val="tx1"/>
                </a:solidFill>
                <a:latin typeface="+mn-lt"/>
              </a:defRPr>
            </a:lvl1pPr>
          </a:lstStyle>
          <a:p>
            <a:r>
              <a:rPr lang="en-US"/>
              <a:t>Click to edit Master title style</a:t>
            </a:r>
          </a:p>
        </p:txBody>
      </p:sp>
      <p:sp>
        <p:nvSpPr>
          <p:cNvPr id="12" name="TextBox 11">
            <a:extLst>
              <a:ext uri="{FF2B5EF4-FFF2-40B4-BE49-F238E27FC236}">
                <a16:creationId xmlns:a16="http://schemas.microsoft.com/office/drawing/2014/main" id="{9D211704-E6A2-554A-83D7-019EF0F003D0}"/>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3236023" y="0"/>
            <a:ext cx="5907977" cy="5143500"/>
          </a:xfrm>
          <a:prstGeom prst="rect">
            <a:avLst/>
          </a:prstGeom>
        </p:spPr>
        <p:txBody>
          <a:bodyPr/>
          <a:lstStyle/>
          <a:p>
            <a:r>
              <a:rPr lang="en-US"/>
              <a:t>Click icon to add picture</a:t>
            </a:r>
          </a:p>
        </p:txBody>
      </p:sp>
      <p:sp>
        <p:nvSpPr>
          <p:cNvPr id="10" name="Text Placeholder 10">
            <a:extLst>
              <a:ext uri="{FF2B5EF4-FFF2-40B4-BE49-F238E27FC236}">
                <a16:creationId xmlns:a16="http://schemas.microsoft.com/office/drawing/2014/main" id="{703B5AFB-E799-0442-BA28-6AF5A02967FE}"/>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4128628431"/>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 Study-2/3 Picture Logo">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3226594" y="0"/>
            <a:ext cx="591740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1" y="693254"/>
            <a:ext cx="2705195" cy="253916"/>
          </a:xfrm>
        </p:spPr>
        <p:txBody>
          <a:bodyPr wrap="square">
            <a:spAutoFit/>
          </a:bodyPr>
          <a:lstStyle>
            <a:lvl1pPr>
              <a:defRPr b="1">
                <a:solidFill>
                  <a:schemeClr val="tx1"/>
                </a:solidFill>
                <a:latin typeface="+mn-lt"/>
              </a:defRPr>
            </a:lvl1pPr>
          </a:lstStyle>
          <a:p>
            <a:r>
              <a:rPr lang="en-US"/>
              <a:t>Click to edit Master title style</a:t>
            </a:r>
          </a:p>
        </p:txBody>
      </p:sp>
      <p:sp>
        <p:nvSpPr>
          <p:cNvPr id="12" name="TextBox 11">
            <a:extLst>
              <a:ext uri="{FF2B5EF4-FFF2-40B4-BE49-F238E27FC236}">
                <a16:creationId xmlns:a16="http://schemas.microsoft.com/office/drawing/2014/main" id="{9D211704-E6A2-554A-83D7-019EF0F003D0}"/>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tx1"/>
                </a:solidFill>
              </a:rPr>
              <a:pPr lvl="0"/>
              <a:t>‹#›</a:t>
            </a:fld>
            <a:endParaRPr lang="en-US" sz="75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3236023" y="0"/>
            <a:ext cx="5907977" cy="5143500"/>
          </a:xfrm>
          <a:prstGeom prst="rect">
            <a:avLst/>
          </a:prstGeom>
        </p:spPr>
        <p:txBody>
          <a:bodyPr/>
          <a:lstStyle/>
          <a:p>
            <a:r>
              <a:rPr lang="en-US"/>
              <a:t>Click icon to add picture</a:t>
            </a:r>
          </a:p>
        </p:txBody>
      </p:sp>
    </p:spTree>
    <p:extLst>
      <p:ext uri="{BB962C8B-B14F-4D97-AF65-F5344CB8AC3E}">
        <p14:creationId xmlns:p14="http://schemas.microsoft.com/office/powerpoint/2010/main" val="395220736"/>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1783556"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227881" y="1200150"/>
            <a:ext cx="3598069" cy="253916"/>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237311" y="1714500"/>
            <a:ext cx="3588639" cy="2743200"/>
          </a:xfrm>
        </p:spPr>
        <p:txBody>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167084896"/>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5385197" cy="5143500"/>
          </a:xfrm>
          <a:prstGeom prst="rect">
            <a:avLst/>
          </a:prstGeom>
          <a:solidFill>
            <a:schemeClr val="bg1">
              <a:lumMod val="95000"/>
            </a:schemeClr>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685800"/>
            <a:ext cx="3598069" cy="253916"/>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52330" y="1200150"/>
            <a:ext cx="3588639" cy="2743200"/>
          </a:xfrm>
          <a:prstGeom prst="rect">
            <a:avLst/>
          </a:prstGeom>
        </p:spPr>
        <p:txBody>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6" name="Text Placeholder 10">
            <a:extLst>
              <a:ext uri="{FF2B5EF4-FFF2-40B4-BE49-F238E27FC236}">
                <a16:creationId xmlns:a16="http://schemas.microsoft.com/office/drawing/2014/main" id="{D02C5AA0-D8CE-634A-97A8-97B2BC715078}"/>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576211740"/>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1783556"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227881" y="1200150"/>
            <a:ext cx="3598069" cy="253916"/>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237311" y="1714500"/>
            <a:ext cx="3588639" cy="2743200"/>
          </a:xfrm>
        </p:spPr>
        <p:txBody>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712579470"/>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25524" y="0"/>
            <a:ext cx="2356768"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342900"/>
            <a:ext cx="1805940" cy="507831"/>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180594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2331244" y="0"/>
            <a:ext cx="6812756" cy="5143500"/>
          </a:xfrm>
          <a:prstGeom prst="rect">
            <a:avLst/>
          </a:prstGeom>
        </p:spPr>
        <p:txBody>
          <a:bodyPr/>
          <a:lstStyle/>
          <a:p>
            <a:r>
              <a:rPr lang="en-US"/>
              <a:t>Click icon to add picture</a:t>
            </a:r>
          </a:p>
        </p:txBody>
      </p:sp>
    </p:spTree>
    <p:extLst>
      <p:ext uri="{BB962C8B-B14F-4D97-AF65-F5344CB8AC3E}">
        <p14:creationId xmlns:p14="http://schemas.microsoft.com/office/powerpoint/2010/main" val="1914533728"/>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3226594"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9" name="Title 1">
            <a:extLst>
              <a:ext uri="{FF2B5EF4-FFF2-40B4-BE49-F238E27FC236}">
                <a16:creationId xmlns:a16="http://schemas.microsoft.com/office/drawing/2014/main" id="{11BCE546-F0EF-2742-9891-475F8219D406}"/>
              </a:ext>
            </a:extLst>
          </p:cNvPr>
          <p:cNvSpPr>
            <a:spLocks noGrp="1"/>
          </p:cNvSpPr>
          <p:nvPr>
            <p:ph type="title"/>
          </p:nvPr>
        </p:nvSpPr>
        <p:spPr>
          <a:xfrm>
            <a:off x="342901" y="374734"/>
            <a:ext cx="2705195" cy="253916"/>
          </a:xfrm>
        </p:spPr>
        <p:txBody>
          <a:bodyPr wrap="square">
            <a:spAutoFit/>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B2196D5E-2DE5-E948-A22F-E057A6B9991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090288385"/>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1" y="0"/>
            <a:ext cx="5385197"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42900" y="695515"/>
            <a:ext cx="3598069" cy="253916"/>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52330" y="1209865"/>
            <a:ext cx="3588639" cy="2224311"/>
          </a:xfrm>
          <a:prstGeom prst="rect">
            <a:avLst/>
          </a:prstGeom>
        </p:spPr>
        <p:txBody>
          <a:bodyPr>
            <a:spAutoFit/>
          </a:bodyPr>
          <a:lstStyle>
            <a:lvl1pPr>
              <a:defRPr sz="12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6" name="Text Placeholder 10">
            <a:extLst>
              <a:ext uri="{FF2B5EF4-FFF2-40B4-BE49-F238E27FC236}">
                <a16:creationId xmlns:a16="http://schemas.microsoft.com/office/drawing/2014/main" id="{2E184C37-FA49-E94C-B478-B1492E6E7F7A}"/>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3656596205"/>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1805940" cy="507831"/>
          </a:xfrm>
        </p:spPr>
        <p:txBody>
          <a:bodyPr>
            <a:spAutoFit/>
          </a:bodyPr>
          <a:lstStyle>
            <a:lvl1pPr>
              <a:defRPr b="1">
                <a:solidFill>
                  <a:schemeClr val="tx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180594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2331244" y="0"/>
            <a:ext cx="6812756"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8" name="TextBox 7">
            <a:extLst>
              <a:ext uri="{FF2B5EF4-FFF2-40B4-BE49-F238E27FC236}">
                <a16:creationId xmlns:a16="http://schemas.microsoft.com/office/drawing/2014/main" id="{42CC76E4-4D68-894E-AF17-C8188D17CE71}"/>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3" name="Text Placeholder 3">
            <a:extLst>
              <a:ext uri="{FF2B5EF4-FFF2-40B4-BE49-F238E27FC236}">
                <a16:creationId xmlns:a16="http://schemas.microsoft.com/office/drawing/2014/main" id="{B4E5246D-43F4-5946-BF12-EAA7EF1F6B9B}"/>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293213391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4571999" y="0"/>
            <a:ext cx="4572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D5E70CA8-AE5E-9144-B51A-3DB9B2B912F8}"/>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1" name="Text Placeholder 10">
            <a:extLst>
              <a:ext uri="{FF2B5EF4-FFF2-40B4-BE49-F238E27FC236}">
                <a16:creationId xmlns:a16="http://schemas.microsoft.com/office/drawing/2014/main" id="{2A2E37B5-D917-F347-A92A-FFF42F041ED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12" name="Title 1">
            <a:extLst>
              <a:ext uri="{FF2B5EF4-FFF2-40B4-BE49-F238E27FC236}">
                <a16:creationId xmlns:a16="http://schemas.microsoft.com/office/drawing/2014/main" id="{C8B879C7-3885-2143-A73F-46BF268524BA}"/>
              </a:ext>
            </a:extLst>
          </p:cNvPr>
          <p:cNvSpPr>
            <a:spLocks noGrp="1"/>
          </p:cNvSpPr>
          <p:nvPr>
            <p:ph type="title"/>
          </p:nvPr>
        </p:nvSpPr>
        <p:spPr>
          <a:xfrm>
            <a:off x="342900" y="342900"/>
            <a:ext cx="3598069" cy="342900"/>
          </a:xfrm>
        </p:spPr>
        <p:txBody>
          <a:bodyPr/>
          <a:lstStyle>
            <a:lvl1pPr>
              <a:defRPr b="1">
                <a:latin typeface="+mn-lt"/>
              </a:defRPr>
            </a:lvl1pPr>
          </a:lstStyle>
          <a:p>
            <a:r>
              <a:rPr lang="en-US"/>
              <a:t>Click to edit Master title style</a:t>
            </a:r>
          </a:p>
        </p:txBody>
      </p:sp>
      <p:sp>
        <p:nvSpPr>
          <p:cNvPr id="13" name="Text Placeholder 3">
            <a:extLst>
              <a:ext uri="{FF2B5EF4-FFF2-40B4-BE49-F238E27FC236}">
                <a16:creationId xmlns:a16="http://schemas.microsoft.com/office/drawing/2014/main" id="{EC884B43-5420-8A44-BD3B-D88B17EDD055}"/>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369596722"/>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5930503" y="0"/>
            <a:ext cx="3213495"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8" name="Title 1">
            <a:extLst>
              <a:ext uri="{FF2B5EF4-FFF2-40B4-BE49-F238E27FC236}">
                <a16:creationId xmlns:a16="http://schemas.microsoft.com/office/drawing/2014/main" id="{38C65148-4BCC-48BC-8E7B-05AA01088658}"/>
              </a:ext>
            </a:extLst>
          </p:cNvPr>
          <p:cNvSpPr>
            <a:spLocks noGrp="1"/>
          </p:cNvSpPr>
          <p:nvPr>
            <p:ph type="title"/>
          </p:nvPr>
        </p:nvSpPr>
        <p:spPr>
          <a:xfrm>
            <a:off x="342900" y="350354"/>
            <a:ext cx="3598069" cy="253916"/>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9B55E40-4D84-A94C-A4CB-F465F24AE156}"/>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8" name="Text Placeholder 3">
            <a:extLst>
              <a:ext uri="{FF2B5EF4-FFF2-40B4-BE49-F238E27FC236}">
                <a16:creationId xmlns:a16="http://schemas.microsoft.com/office/drawing/2014/main" id="{80D87F5D-4F0F-994A-BFA6-46BC2DD6C51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
        <p:nvSpPr>
          <p:cNvPr id="9" name="Text Placeholder 10">
            <a:extLst>
              <a:ext uri="{FF2B5EF4-FFF2-40B4-BE49-F238E27FC236}">
                <a16:creationId xmlns:a16="http://schemas.microsoft.com/office/drawing/2014/main" id="{D6A52748-F772-0748-94C9-3767AF238C3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254840366"/>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ase Study-1/6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365206" y="0"/>
            <a:ext cx="1778792"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8" name="Title 1">
            <a:extLst>
              <a:ext uri="{FF2B5EF4-FFF2-40B4-BE49-F238E27FC236}">
                <a16:creationId xmlns:a16="http://schemas.microsoft.com/office/drawing/2014/main" id="{38C65148-4BCC-48BC-8E7B-05AA01088658}"/>
              </a:ext>
            </a:extLst>
          </p:cNvPr>
          <p:cNvSpPr>
            <a:spLocks noGrp="1"/>
          </p:cNvSpPr>
          <p:nvPr>
            <p:ph type="title"/>
          </p:nvPr>
        </p:nvSpPr>
        <p:spPr>
          <a:xfrm>
            <a:off x="342900" y="350354"/>
            <a:ext cx="3598069" cy="253916"/>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9B55E40-4D84-A94C-A4CB-F465F24AE156}"/>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8" name="Text Placeholder 3">
            <a:extLst>
              <a:ext uri="{FF2B5EF4-FFF2-40B4-BE49-F238E27FC236}">
                <a16:creationId xmlns:a16="http://schemas.microsoft.com/office/drawing/2014/main" id="{80D87F5D-4F0F-994A-BFA6-46BC2DD6C512}"/>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
        <p:nvSpPr>
          <p:cNvPr id="9" name="Text Placeholder 10">
            <a:extLst>
              <a:ext uri="{FF2B5EF4-FFF2-40B4-BE49-F238E27FC236}">
                <a16:creationId xmlns:a16="http://schemas.microsoft.com/office/drawing/2014/main" id="{D6A52748-F772-0748-94C9-3767AF238C35}"/>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304713053"/>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9" name="TextBox 8">
            <a:extLst>
              <a:ext uri="{FF2B5EF4-FFF2-40B4-BE49-F238E27FC236}">
                <a16:creationId xmlns:a16="http://schemas.microsoft.com/office/drawing/2014/main" id="{6A703936-AD1E-BD44-91CB-919F81D7BFEC}"/>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12" name="Text Placeholder 3">
            <a:extLst>
              <a:ext uri="{FF2B5EF4-FFF2-40B4-BE49-F238E27FC236}">
                <a16:creationId xmlns:a16="http://schemas.microsoft.com/office/drawing/2014/main" id="{BD1BED4F-175D-FF44-A003-4A5C8D212304}"/>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4572000" y="0"/>
            <a:ext cx="4572000" cy="5143500"/>
          </a:xfrm>
          <a:prstGeom prst="rect">
            <a:avLst/>
          </a:prstGeom>
        </p:spPr>
        <p:txBody>
          <a:bodyPr/>
          <a:lstStyle/>
          <a:p>
            <a:r>
              <a:rPr lang="en-US"/>
              <a:t>Click icon to add picture</a:t>
            </a:r>
          </a:p>
        </p:txBody>
      </p:sp>
      <p:sp>
        <p:nvSpPr>
          <p:cNvPr id="14" name="Title 1">
            <a:extLst>
              <a:ext uri="{FF2B5EF4-FFF2-40B4-BE49-F238E27FC236}">
                <a16:creationId xmlns:a16="http://schemas.microsoft.com/office/drawing/2014/main" id="{1090E848-D90D-3040-B1C3-7D33F1A7AC6F}"/>
              </a:ext>
            </a:extLst>
          </p:cNvPr>
          <p:cNvSpPr>
            <a:spLocks noGrp="1"/>
          </p:cNvSpPr>
          <p:nvPr>
            <p:ph type="title"/>
          </p:nvPr>
        </p:nvSpPr>
        <p:spPr>
          <a:xfrm>
            <a:off x="342900" y="695515"/>
            <a:ext cx="3598069" cy="253916"/>
          </a:xfrm>
        </p:spPr>
        <p:txBody>
          <a:bodyPr>
            <a:spAutoFit/>
          </a:bodyPr>
          <a:lstStyle>
            <a:lvl1pPr>
              <a:defRPr b="1">
                <a:solidFill>
                  <a:schemeClr val="bg1"/>
                </a:solidFill>
                <a:latin typeface="+mn-lt"/>
              </a:defRPr>
            </a:lvl1pPr>
          </a:lstStyle>
          <a:p>
            <a:r>
              <a:rPr lang="en-US"/>
              <a:t>Click to edit Master title style</a:t>
            </a:r>
          </a:p>
        </p:txBody>
      </p:sp>
      <p:sp>
        <p:nvSpPr>
          <p:cNvPr id="15" name="Text Placeholder 2">
            <a:extLst>
              <a:ext uri="{FF2B5EF4-FFF2-40B4-BE49-F238E27FC236}">
                <a16:creationId xmlns:a16="http://schemas.microsoft.com/office/drawing/2014/main" id="{30EAA2BB-1929-1344-BB72-B8696E5C93FB}"/>
              </a:ext>
            </a:extLst>
          </p:cNvPr>
          <p:cNvSpPr>
            <a:spLocks noGrp="1"/>
          </p:cNvSpPr>
          <p:nvPr>
            <p:ph type="body" sz="quarter" idx="17" hasCustomPrompt="1"/>
          </p:nvPr>
        </p:nvSpPr>
        <p:spPr>
          <a:xfrm>
            <a:off x="352330" y="1209865"/>
            <a:ext cx="3588639" cy="2224311"/>
          </a:xfrm>
          <a:prstGeom prst="rect">
            <a:avLst/>
          </a:prstGeom>
        </p:spPr>
        <p:txBody>
          <a:bodyPr>
            <a:spAutoFit/>
          </a:bodyPr>
          <a:lstStyle>
            <a:lvl1pPr>
              <a:defRPr sz="12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sp>
        <p:nvSpPr>
          <p:cNvPr id="10" name="Text Placeholder 10">
            <a:extLst>
              <a:ext uri="{FF2B5EF4-FFF2-40B4-BE49-F238E27FC236}">
                <a16:creationId xmlns:a16="http://schemas.microsoft.com/office/drawing/2014/main" id="{B6C52A15-EBCB-2E4D-B9B0-C28E4B5B7D51}"/>
              </a:ext>
            </a:extLst>
          </p:cNvPr>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726755664"/>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3227881" y="1200150"/>
            <a:ext cx="3598069" cy="253916"/>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237311" y="1714500"/>
            <a:ext cx="3588639" cy="2743200"/>
          </a:xfrm>
          <a:prstGeom prst="rect">
            <a:avLst/>
          </a:prstGeom>
        </p:spPr>
        <p:txBody>
          <a:bodyPr/>
          <a:lstStyle>
            <a:lvl1pPr>
              <a:defRPr sz="12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8" name="TextBox 7">
            <a:extLst>
              <a:ext uri="{FF2B5EF4-FFF2-40B4-BE49-F238E27FC236}">
                <a16:creationId xmlns:a16="http://schemas.microsoft.com/office/drawing/2014/main" id="{D74CC298-22F4-2C44-B143-5C071C1464AE}"/>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9" name="Text Placeholder 3">
            <a:extLst>
              <a:ext uri="{FF2B5EF4-FFF2-40B4-BE49-F238E27FC236}">
                <a16:creationId xmlns:a16="http://schemas.microsoft.com/office/drawing/2014/main" id="{564434E4-9DFC-C54A-8FA5-A3977779F6DB}"/>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spTree>
    <p:extLst>
      <p:ext uri="{BB962C8B-B14F-4D97-AF65-F5344CB8AC3E}">
        <p14:creationId xmlns:p14="http://schemas.microsoft.com/office/powerpoint/2010/main" val="1616513925"/>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a:prstGeom prst="rect">
            <a:avLst/>
          </a:prstGeom>
        </p:spPr>
        <p:txBody>
          <a:bodyPr/>
          <a:lstStyle>
            <a:lvl1pPr>
              <a:defRPr sz="75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34290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34290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256032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256032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477774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477774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6995160" y="2065144"/>
            <a:ext cx="1805940" cy="346586"/>
          </a:xfrm>
          <a:prstGeom prst="rect">
            <a:avLst/>
          </a:prstGeom>
        </p:spPr>
        <p:txBody>
          <a:bodyPr wrap="square">
            <a:spAutoFit/>
          </a:bodyPr>
          <a:lstStyle>
            <a:lvl1pPr>
              <a:defRPr sz="10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6995160" y="2576196"/>
            <a:ext cx="1805940" cy="1972944"/>
          </a:xfrm>
          <a:prstGeom prst="rect">
            <a:avLst/>
          </a:prstGeom>
        </p:spPr>
        <p:txBody>
          <a:bodyPr wrap="square">
            <a:spAutoFit/>
          </a:bodyPr>
          <a:lstStyle>
            <a:lvl1pPr>
              <a:defRPr sz="9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347798" y="857250"/>
            <a:ext cx="1806179" cy="1028700"/>
          </a:xfrm>
          <a:prstGeom prst="rect">
            <a:avLst/>
          </a:prstGeom>
          <a:solidFill>
            <a:schemeClr val="bg1">
              <a:lumMod val="95000"/>
            </a:schemeClr>
          </a:solidFill>
        </p:spPr>
        <p:txBody>
          <a:bodyPr/>
          <a:lstStyle/>
          <a:p>
            <a:r>
              <a:rPr lang="en-US"/>
              <a:t>Click icon to add picture</a:t>
            </a:r>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2560081" y="857250"/>
            <a:ext cx="1806179" cy="1028700"/>
          </a:xfrm>
          <a:prstGeom prst="rect">
            <a:avLst/>
          </a:prstGeom>
          <a:solidFill>
            <a:schemeClr val="bg1">
              <a:lumMod val="95000"/>
            </a:schemeClr>
          </a:solidFill>
        </p:spPr>
        <p:txBody>
          <a:bodyPr/>
          <a:lstStyle/>
          <a:p>
            <a:r>
              <a:rPr lang="en-US"/>
              <a:t>Click icon to add picture</a:t>
            </a:r>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4772365" y="857250"/>
            <a:ext cx="1806179" cy="1028700"/>
          </a:xfrm>
          <a:prstGeom prst="rect">
            <a:avLst/>
          </a:prstGeom>
          <a:solidFill>
            <a:schemeClr val="bg1">
              <a:lumMod val="95000"/>
            </a:schemeClr>
          </a:solidFill>
        </p:spPr>
        <p:txBody>
          <a:bodyPr/>
          <a:lstStyle/>
          <a:p>
            <a:r>
              <a:rPr lang="en-US"/>
              <a:t>Click icon to add picture</a:t>
            </a:r>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6984648" y="857250"/>
            <a:ext cx="1806179" cy="1028700"/>
          </a:xfrm>
          <a:prstGeom prst="rect">
            <a:avLst/>
          </a:prstGeom>
          <a:solidFill>
            <a:schemeClr val="bg1">
              <a:lumMod val="95000"/>
            </a:schemeClr>
          </a:solidFill>
        </p:spPr>
        <p:txBody>
          <a:bodyPr/>
          <a:lstStyle/>
          <a:p>
            <a:r>
              <a:rPr lang="en-US"/>
              <a:t>Click icon to add picture</a:t>
            </a:r>
          </a:p>
        </p:txBody>
      </p:sp>
    </p:spTree>
    <p:extLst>
      <p:ext uri="{BB962C8B-B14F-4D97-AF65-F5344CB8AC3E}">
        <p14:creationId xmlns:p14="http://schemas.microsoft.com/office/powerpoint/2010/main" val="1483250812"/>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342901" y="3093720"/>
            <a:ext cx="2484120" cy="184666"/>
          </a:xfrm>
        </p:spPr>
        <p:txBody>
          <a:bodyPr>
            <a:spAutoFit/>
          </a:bodyPr>
          <a:lstStyle>
            <a:lvl1pPr>
              <a:defRPr sz="12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352330" y="3376722"/>
            <a:ext cx="2474691" cy="754117"/>
          </a:xfrm>
          <a:prstGeom prst="rect">
            <a:avLst/>
          </a:prstGeom>
        </p:spPr>
        <p:txBody>
          <a:bodyPr wrap="square">
            <a:spAutoFit/>
          </a:bodyPr>
          <a:lstStyle>
            <a:lvl1pPr>
              <a:defRPr sz="9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3057525" cy="2571750"/>
          </a:xfrm>
          <a:prstGeom prst="rect">
            <a:avLst/>
          </a:prstGeom>
          <a:solidFill>
            <a:schemeClr val="bg2"/>
          </a:solidFill>
        </p:spPr>
        <p:txBody>
          <a:bodyPr/>
          <a:lstStyle/>
          <a:p>
            <a:r>
              <a:rPr lang="en-US"/>
              <a:t>Click icon to add picture</a:t>
            </a:r>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3057525" y="0"/>
            <a:ext cx="3048000" cy="2571750"/>
          </a:xfrm>
          <a:prstGeom prst="rect">
            <a:avLst/>
          </a:prstGeom>
          <a:solidFill>
            <a:schemeClr val="bg2"/>
          </a:solidFill>
        </p:spPr>
        <p:txBody>
          <a:bodyPr/>
          <a:lstStyle/>
          <a:p>
            <a:r>
              <a:rPr lang="en-US"/>
              <a:t>Click icon to add picture</a:t>
            </a:r>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6105525" y="0"/>
            <a:ext cx="3048000" cy="2571750"/>
          </a:xfrm>
          <a:prstGeom prst="rect">
            <a:avLst/>
          </a:prstGeom>
          <a:solidFill>
            <a:schemeClr val="bg2"/>
          </a:solidFill>
        </p:spPr>
        <p:txBody>
          <a:bodyPr/>
          <a:lstStyle/>
          <a:p>
            <a:r>
              <a:rPr lang="en-US"/>
              <a:t>Click icon to add picture</a:t>
            </a:r>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3236023" y="3376722"/>
            <a:ext cx="2474691" cy="754117"/>
          </a:xfrm>
          <a:prstGeom prst="rect">
            <a:avLst/>
          </a:prstGeom>
        </p:spPr>
        <p:txBody>
          <a:bodyPr wrap="square">
            <a:spAutoFit/>
          </a:bodyPr>
          <a:lstStyle>
            <a:lvl1pPr>
              <a:defRPr sz="9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6304837" y="3376722"/>
            <a:ext cx="2474691" cy="754117"/>
          </a:xfrm>
          <a:prstGeom prst="rect">
            <a:avLst/>
          </a:prstGeom>
        </p:spPr>
        <p:txBody>
          <a:bodyPr wrap="square">
            <a:spAutoFit/>
          </a:bodyPr>
          <a:lstStyle>
            <a:lvl1pPr>
              <a:defRPr sz="9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3226594" y="3093244"/>
            <a:ext cx="2483644" cy="184666"/>
          </a:xfrm>
          <a:prstGeom prst="rect">
            <a:avLst/>
          </a:prstGeom>
        </p:spPr>
        <p:txBody>
          <a:bodyPr vert="horz" lIns="0" tIns="0" rIns="0" bIns="0" rtlCol="0" anchor="t">
            <a:spAutoFit/>
          </a:bodyPr>
          <a:lstStyle>
            <a:lvl1pPr>
              <a:defRPr lang="en-US" sz="12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6304837" y="3086100"/>
            <a:ext cx="2484120" cy="184666"/>
          </a:xfrm>
          <a:prstGeom prst="rect">
            <a:avLst/>
          </a:prstGeom>
        </p:spPr>
        <p:txBody>
          <a:bodyPr vert="horz" lIns="0" tIns="0" rIns="0" bIns="0" rtlCol="0" anchor="t">
            <a:spAutoFit/>
          </a:bodyPr>
          <a:lstStyle>
            <a:lvl1pPr>
              <a:defRPr lang="en-US" sz="12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908311657"/>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615E796-86B4-4C38-A923-10DBDCC4B91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3" y="4852034"/>
            <a:ext cx="1036537" cy="68580"/>
          </a:xfrm>
          <a:prstGeom prst="rect">
            <a:avLst/>
          </a:prstGeom>
        </p:spPr>
      </p:pic>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2284250" cy="5143500"/>
          </a:xfrm>
          <a:prstGeom prst="rect">
            <a:avLst/>
          </a:prstGeom>
          <a:solidFill>
            <a:schemeClr val="bg2"/>
          </a:solidFill>
        </p:spPr>
        <p:txBody>
          <a:bodyPr/>
          <a:lstStyle/>
          <a:p>
            <a:r>
              <a:rPr lang="en-US"/>
              <a:t>Click icon to add picture</a:t>
            </a:r>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2286583" y="0"/>
            <a:ext cx="2284250" cy="5143500"/>
          </a:xfrm>
          <a:prstGeom prst="rect">
            <a:avLst/>
          </a:prstGeom>
          <a:solidFill>
            <a:schemeClr val="bg2"/>
          </a:solidFill>
        </p:spPr>
        <p:txBody>
          <a:bodyPr/>
          <a:lstStyle/>
          <a:p>
            <a:r>
              <a:rPr lang="en-US"/>
              <a:t>Click icon to add picture</a:t>
            </a:r>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4573167" y="0"/>
            <a:ext cx="2284250" cy="5143500"/>
          </a:xfrm>
          <a:prstGeom prst="rect">
            <a:avLst/>
          </a:prstGeom>
          <a:solidFill>
            <a:schemeClr val="bg2"/>
          </a:solidFill>
        </p:spPr>
        <p:txBody>
          <a:bodyPr/>
          <a:lstStyle/>
          <a:p>
            <a:r>
              <a:rPr lang="en-US"/>
              <a:t>Click icon to add picture</a:t>
            </a:r>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6859750" y="0"/>
            <a:ext cx="2284250" cy="5143500"/>
          </a:xfrm>
          <a:prstGeom prst="rect">
            <a:avLst/>
          </a:prstGeom>
          <a:solidFill>
            <a:schemeClr val="bg2"/>
          </a:solidFill>
        </p:spPr>
        <p:txBody>
          <a:bodyPr/>
          <a:lstStyle/>
          <a:p>
            <a:r>
              <a:rPr lang="en-US"/>
              <a:t>Click icon to add picture</a:t>
            </a:r>
          </a:p>
        </p:txBody>
      </p:sp>
      <p:pic>
        <p:nvPicPr>
          <p:cNvPr id="7" name="Graphic 6">
            <a:extLst>
              <a:ext uri="{FF2B5EF4-FFF2-40B4-BE49-F238E27FC236}">
                <a16:creationId xmlns:a16="http://schemas.microsoft.com/office/drawing/2014/main" id="{9C432762-A502-4EDF-9936-2F1B5B291CCF}"/>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2901" y="4829176"/>
            <a:ext cx="405405" cy="142874"/>
          </a:xfrm>
          <a:prstGeom prst="rect">
            <a:avLst/>
          </a:prstGeom>
        </p:spPr>
      </p:pic>
      <p:sp>
        <p:nvSpPr>
          <p:cNvPr id="10" name="TextBox 9">
            <a:extLst>
              <a:ext uri="{FF2B5EF4-FFF2-40B4-BE49-F238E27FC236}">
                <a16:creationId xmlns:a16="http://schemas.microsoft.com/office/drawing/2014/main" id="{043F49D1-094C-794E-ADD9-2E27004213E7}"/>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tx1"/>
                </a:solidFill>
              </a:rPr>
              <a:t>CONFIDENTIAL. Copyright ©</a:t>
            </a:r>
          </a:p>
        </p:txBody>
      </p:sp>
      <p:sp>
        <p:nvSpPr>
          <p:cNvPr id="11" name="Text Placeholder 3">
            <a:extLst>
              <a:ext uri="{FF2B5EF4-FFF2-40B4-BE49-F238E27FC236}">
                <a16:creationId xmlns:a16="http://schemas.microsoft.com/office/drawing/2014/main" id="{DB996F9F-D55F-FD42-A589-2783B304344D}"/>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600" smtClean="0">
                <a:solidFill>
                  <a:schemeClr val="tx1"/>
                </a:solidFill>
              </a:rPr>
              <a:pPr lvl="0"/>
              <a:t>‹#›</a:t>
            </a:fld>
            <a:endParaRPr lang="en-US" sz="600">
              <a:solidFill>
                <a:schemeClr val="tx1"/>
              </a:solidFill>
            </a:endParaRPr>
          </a:p>
        </p:txBody>
      </p:sp>
    </p:spTree>
    <p:extLst>
      <p:ext uri="{BB962C8B-B14F-4D97-AF65-F5344CB8AC3E}">
        <p14:creationId xmlns:p14="http://schemas.microsoft.com/office/powerpoint/2010/main" val="3298804958"/>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V">
    <p:bg>
      <p:bgPr>
        <a:solidFill>
          <a:srgbClr val="ABDBD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660122"/>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hase Description ">
    <p:spTree>
      <p:nvGrpSpPr>
        <p:cNvPr id="1" name=""/>
        <p:cNvGrpSpPr/>
        <p:nvPr/>
      </p:nvGrpSpPr>
      <p:grpSpPr>
        <a:xfrm>
          <a:off x="0" y="0"/>
          <a:ext cx="0" cy="0"/>
          <a:chOff x="0" y="0"/>
          <a:chExt cx="0" cy="0"/>
        </a:xfrm>
      </p:grpSpPr>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75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342900" y="857250"/>
            <a:ext cx="2484120" cy="445603"/>
          </a:xfrm>
        </p:spPr>
        <p:txBody>
          <a:bodyPr wrap="square">
            <a:spAutoFit/>
          </a:bodyPr>
          <a:lstStyle>
            <a:lvl1pPr>
              <a:defRPr sz="13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329940" y="857250"/>
            <a:ext cx="2484120" cy="445603"/>
          </a:xfrm>
        </p:spPr>
        <p:txBody>
          <a:bodyPr wrap="square">
            <a:spAutoFit/>
          </a:bodyPr>
          <a:lstStyle>
            <a:lvl1pPr>
              <a:defRPr sz="13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329940" y="1550670"/>
            <a:ext cx="2484120" cy="2657219"/>
          </a:xfrm>
        </p:spPr>
        <p:txBody>
          <a:bodyPr wrap="square">
            <a:spAutoFit/>
          </a:bodyPr>
          <a:lstStyle>
            <a:lvl1pPr>
              <a:defRPr sz="105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16980" y="857250"/>
            <a:ext cx="2484120" cy="445603"/>
          </a:xfrm>
        </p:spPr>
        <p:txBody>
          <a:bodyPr wrap="square">
            <a:spAutoFit/>
          </a:bodyPr>
          <a:lstStyle>
            <a:lvl1pPr>
              <a:defRPr sz="135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16980" y="1550670"/>
            <a:ext cx="2484120" cy="2657219"/>
          </a:xfrm>
        </p:spPr>
        <p:txBody>
          <a:bodyPr wrap="square">
            <a:spAutoFit/>
          </a:bodyPr>
          <a:lstStyle>
            <a:lvl1pPr>
              <a:defRPr sz="105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5" name="Picture Placeholder 3">
            <a:extLst>
              <a:ext uri="{FF2B5EF4-FFF2-40B4-BE49-F238E27FC236}">
                <a16:creationId xmlns:a16="http://schemas.microsoft.com/office/drawing/2014/main" id="{74046861-98EF-8743-9C12-267EC1D8E7B2}"/>
              </a:ext>
            </a:extLst>
          </p:cNvPr>
          <p:cNvSpPr>
            <a:spLocks noGrp="1"/>
          </p:cNvSpPr>
          <p:nvPr>
            <p:ph type="pic" sz="quarter" idx="25" hasCustomPrompt="1"/>
          </p:nvPr>
        </p:nvSpPr>
        <p:spPr>
          <a:xfrm>
            <a:off x="342900" y="2047786"/>
            <a:ext cx="2711054" cy="1028700"/>
          </a:xfrm>
          <a:solidFill>
            <a:schemeClr val="bg1">
              <a:lumMod val="95000"/>
            </a:schemeClr>
          </a:solidFill>
        </p:spPr>
        <p:txBody>
          <a:bodyPr/>
          <a:lstStyle>
            <a:lvl1pPr algn="ctr">
              <a:defRPr sz="1050" baseline="0">
                <a:latin typeface="+mn-lt"/>
              </a:defRPr>
            </a:lvl1pPr>
          </a:lstStyle>
          <a:p>
            <a:r>
              <a:rPr lang="en-US"/>
              <a:t>Click icon to add BLACK &amp; WHITE PHOTO</a:t>
            </a:r>
          </a:p>
        </p:txBody>
      </p:sp>
      <p:sp>
        <p:nvSpPr>
          <p:cNvPr id="16" name="Picture Placeholder 3">
            <a:extLst>
              <a:ext uri="{FF2B5EF4-FFF2-40B4-BE49-F238E27FC236}">
                <a16:creationId xmlns:a16="http://schemas.microsoft.com/office/drawing/2014/main" id="{8A666C02-EA3A-C441-B424-21DB595FE3C2}"/>
              </a:ext>
            </a:extLst>
          </p:cNvPr>
          <p:cNvSpPr>
            <a:spLocks noGrp="1"/>
          </p:cNvSpPr>
          <p:nvPr>
            <p:ph type="pic" sz="quarter" idx="26" hasCustomPrompt="1"/>
          </p:nvPr>
        </p:nvSpPr>
        <p:spPr>
          <a:xfrm>
            <a:off x="342900" y="3179189"/>
            <a:ext cx="2711054" cy="1028700"/>
          </a:xfrm>
          <a:solidFill>
            <a:schemeClr val="bg1">
              <a:lumMod val="95000"/>
            </a:schemeClr>
          </a:solidFill>
        </p:spPr>
        <p:txBody>
          <a:bodyPr/>
          <a:lstStyle>
            <a:lvl1pPr algn="ctr">
              <a:defRPr sz="1050" baseline="0">
                <a:latin typeface="+mn-lt"/>
              </a:defRPr>
            </a:lvl1pPr>
          </a:lstStyle>
          <a:p>
            <a:r>
              <a:rPr lang="en-US"/>
              <a:t>Click icon to add BLACK &amp; WHITE PHOTO</a:t>
            </a:r>
          </a:p>
        </p:txBody>
      </p:sp>
    </p:spTree>
    <p:extLst>
      <p:ext uri="{BB962C8B-B14F-4D97-AF65-F5344CB8AC3E}">
        <p14:creationId xmlns:p14="http://schemas.microsoft.com/office/powerpoint/2010/main" val="2278705508"/>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1FB1-EED5-E148-9A93-A29EB92D1655}"/>
              </a:ext>
            </a:extLst>
          </p:cNvPr>
          <p:cNvSpPr>
            <a:spLocks noGrp="1"/>
          </p:cNvSpPr>
          <p:nvPr>
            <p:ph type="title" hasCustomPrompt="1"/>
          </p:nvPr>
        </p:nvSpPr>
        <p:spPr>
          <a:xfrm>
            <a:off x="1617298" y="915543"/>
            <a:ext cx="5919359" cy="2034548"/>
          </a:xfrm>
        </p:spPr>
        <p:txBody>
          <a:bodyPr wrap="square" anchor="t" anchorCtr="0">
            <a:spAutoFit/>
          </a:bodyPr>
          <a:lstStyle>
            <a:lvl1pPr algn="l">
              <a:lnSpc>
                <a:spcPct val="150000"/>
              </a:lnSpc>
              <a:defRPr sz="1800" b="0">
                <a:solidFill>
                  <a:schemeClr val="bg1"/>
                </a:solidFill>
                <a:latin typeface="+mn-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endParaRPr lang="en-US"/>
          </a:p>
        </p:txBody>
      </p:sp>
      <p:sp>
        <p:nvSpPr>
          <p:cNvPr id="5" name="TextBox 4">
            <a:extLst>
              <a:ext uri="{FF2B5EF4-FFF2-40B4-BE49-F238E27FC236}">
                <a16:creationId xmlns:a16="http://schemas.microsoft.com/office/drawing/2014/main" id="{5A61F754-B893-AE42-8D75-BA81D1A9A8FF}"/>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solidFill>
                  <a:schemeClr val="bg1"/>
                </a:solidFill>
              </a:rPr>
              <a:t>CONFIDENTIAL. Copyright ©</a:t>
            </a:r>
          </a:p>
        </p:txBody>
      </p:sp>
      <p:sp>
        <p:nvSpPr>
          <p:cNvPr id="6" name="Text Placeholder 3">
            <a:extLst>
              <a:ext uri="{FF2B5EF4-FFF2-40B4-BE49-F238E27FC236}">
                <a16:creationId xmlns:a16="http://schemas.microsoft.com/office/drawing/2014/main" id="{CBD9E730-867D-BF4D-8996-7605F868D97E}"/>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solidFill>
                  <a:schemeClr val="bg1"/>
                </a:solidFill>
              </a:rPr>
              <a:pPr lvl="0"/>
              <a:t>‹#›</a:t>
            </a:fld>
            <a:endParaRPr lang="en-US" sz="750">
              <a:solidFill>
                <a:schemeClr val="bg1"/>
              </a:solidFill>
            </a:endParaRPr>
          </a:p>
        </p:txBody>
      </p:sp>
      <p:pic>
        <p:nvPicPr>
          <p:cNvPr id="7" name="Graphic 6">
            <a:extLst>
              <a:ext uri="{FF2B5EF4-FFF2-40B4-BE49-F238E27FC236}">
                <a16:creationId xmlns:a16="http://schemas.microsoft.com/office/drawing/2014/main" id="{E0D6E288-882B-514C-B335-273A187E203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grpSp>
        <p:nvGrpSpPr>
          <p:cNvPr id="8" name="Graphic 4">
            <a:extLst>
              <a:ext uri="{FF2B5EF4-FFF2-40B4-BE49-F238E27FC236}">
                <a16:creationId xmlns:a16="http://schemas.microsoft.com/office/drawing/2014/main" id="{823A4988-0868-304B-AD24-7AFF2D3D342A}"/>
              </a:ext>
            </a:extLst>
          </p:cNvPr>
          <p:cNvGrpSpPr/>
          <p:nvPr userDrawn="1"/>
        </p:nvGrpSpPr>
        <p:grpSpPr>
          <a:xfrm>
            <a:off x="370574" y="171450"/>
            <a:ext cx="981880" cy="714375"/>
            <a:chOff x="1851964" y="2058769"/>
            <a:chExt cx="424433" cy="308800"/>
          </a:xfrm>
          <a:solidFill>
            <a:schemeClr val="bg2">
              <a:lumMod val="25000"/>
            </a:schemeClr>
          </a:solidFill>
        </p:grpSpPr>
        <p:sp>
          <p:nvSpPr>
            <p:cNvPr id="9" name="Freeform: Shape 8">
              <a:extLst>
                <a:ext uri="{FF2B5EF4-FFF2-40B4-BE49-F238E27FC236}">
                  <a16:creationId xmlns:a16="http://schemas.microsoft.com/office/drawing/2014/main" id="{DFDBA4B6-758F-E547-A4C5-72E7C40C04B9}"/>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sz="1050"/>
            </a:p>
          </p:txBody>
        </p:sp>
        <p:sp>
          <p:nvSpPr>
            <p:cNvPr id="10" name="Freeform: Shape 9">
              <a:extLst>
                <a:ext uri="{FF2B5EF4-FFF2-40B4-BE49-F238E27FC236}">
                  <a16:creationId xmlns:a16="http://schemas.microsoft.com/office/drawing/2014/main" id="{767A9479-37D0-E448-A740-1DFA8790CA9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sz="1050"/>
            </a:p>
          </p:txBody>
        </p:sp>
      </p:grpSp>
      <p:grpSp>
        <p:nvGrpSpPr>
          <p:cNvPr id="11" name="Graphic 4">
            <a:extLst>
              <a:ext uri="{FF2B5EF4-FFF2-40B4-BE49-F238E27FC236}">
                <a16:creationId xmlns:a16="http://schemas.microsoft.com/office/drawing/2014/main" id="{981FF5D2-40D7-B048-B33B-B448FA5F16F4}"/>
              </a:ext>
            </a:extLst>
          </p:cNvPr>
          <p:cNvGrpSpPr/>
          <p:nvPr userDrawn="1"/>
        </p:nvGrpSpPr>
        <p:grpSpPr>
          <a:xfrm rot="10800000">
            <a:off x="7819221" y="3914775"/>
            <a:ext cx="981880" cy="714375"/>
            <a:chOff x="1851964" y="2058769"/>
            <a:chExt cx="424433" cy="308800"/>
          </a:xfrm>
          <a:solidFill>
            <a:schemeClr val="bg2">
              <a:lumMod val="25000"/>
            </a:schemeClr>
          </a:solidFill>
        </p:grpSpPr>
        <p:sp>
          <p:nvSpPr>
            <p:cNvPr id="12" name="Freeform: Shape 11">
              <a:extLst>
                <a:ext uri="{FF2B5EF4-FFF2-40B4-BE49-F238E27FC236}">
                  <a16:creationId xmlns:a16="http://schemas.microsoft.com/office/drawing/2014/main" id="{95EF95A2-728D-A049-91DE-CDD3C11B4CB1}"/>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sz="1050"/>
            </a:p>
          </p:txBody>
        </p:sp>
        <p:sp>
          <p:nvSpPr>
            <p:cNvPr id="13" name="Freeform: Shape 12">
              <a:extLst>
                <a:ext uri="{FF2B5EF4-FFF2-40B4-BE49-F238E27FC236}">
                  <a16:creationId xmlns:a16="http://schemas.microsoft.com/office/drawing/2014/main" id="{3241BF97-F3E8-2C41-8D83-077454953A5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sz="1050"/>
            </a:p>
          </p:txBody>
        </p:sp>
      </p:grpSp>
      <p:sp>
        <p:nvSpPr>
          <p:cNvPr id="15" name="Text Placeholder 14">
            <a:extLst>
              <a:ext uri="{FF2B5EF4-FFF2-40B4-BE49-F238E27FC236}">
                <a16:creationId xmlns:a16="http://schemas.microsoft.com/office/drawing/2014/main" id="{B1B4BAB6-FAAD-BA41-8450-398BD1279B5F}"/>
              </a:ext>
            </a:extLst>
          </p:cNvPr>
          <p:cNvSpPr>
            <a:spLocks noGrp="1"/>
          </p:cNvSpPr>
          <p:nvPr>
            <p:ph type="body" sz="quarter" idx="10"/>
          </p:nvPr>
        </p:nvSpPr>
        <p:spPr>
          <a:xfrm>
            <a:off x="5420107" y="3465670"/>
            <a:ext cx="2116550" cy="192938"/>
          </a:xfrm>
        </p:spPr>
        <p:txBody>
          <a:bodyPr>
            <a:spAutoFit/>
          </a:bodyPr>
          <a:lstStyle>
            <a:lvl1pPr algn="r">
              <a:defRPr sz="1200" b="1">
                <a:solidFill>
                  <a:schemeClr val="accent2"/>
                </a:solidFill>
              </a:defRPr>
            </a:lvl1pPr>
            <a:lvl2pPr marL="342900" indent="0">
              <a:buNone/>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edit Master text styles</a:t>
            </a:r>
          </a:p>
        </p:txBody>
      </p:sp>
    </p:spTree>
    <p:extLst>
      <p:ext uri="{BB962C8B-B14F-4D97-AF65-F5344CB8AC3E}">
        <p14:creationId xmlns:p14="http://schemas.microsoft.com/office/powerpoint/2010/main" val="354886430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9144000" cy="5143500"/>
          </a:xfrm>
        </p:spPr>
        <p:txBody>
          <a:bodyPr/>
          <a:lstStyle/>
          <a:p>
            <a:r>
              <a:rPr lang="en-US"/>
              <a:t>Click icon to add picture</a:t>
            </a:r>
          </a:p>
        </p:txBody>
      </p:sp>
    </p:spTree>
    <p:extLst>
      <p:ext uri="{BB962C8B-B14F-4D97-AF65-F5344CB8AC3E}">
        <p14:creationId xmlns:p14="http://schemas.microsoft.com/office/powerpoint/2010/main" val="53847166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F8500"/>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31137FB-F149-DD41-B765-24A58A85DE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43469" y="768226"/>
            <a:ext cx="457064" cy="408952"/>
          </a:xfrm>
          <a:prstGeom prst="rect">
            <a:avLst/>
          </a:prstGeom>
        </p:spPr>
      </p:pic>
      <p:sp>
        <p:nvSpPr>
          <p:cNvPr id="4" name="Title 4">
            <a:extLst>
              <a:ext uri="{FF2B5EF4-FFF2-40B4-BE49-F238E27FC236}">
                <a16:creationId xmlns:a16="http://schemas.microsoft.com/office/drawing/2014/main" id="{952A47A2-EF74-7B4A-948B-354D8CBA8096}"/>
              </a:ext>
            </a:extLst>
          </p:cNvPr>
          <p:cNvSpPr txBox="1">
            <a:spLocks/>
          </p:cNvSpPr>
          <p:nvPr userDrawn="1"/>
        </p:nvSpPr>
        <p:spPr>
          <a:xfrm>
            <a:off x="2920664" y="1339783"/>
            <a:ext cx="3302674" cy="553998"/>
          </a:xfrm>
          <a:prstGeom prst="rect">
            <a:avLst/>
          </a:prstGeom>
        </p:spPr>
        <p:txBody>
          <a:bodyPr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r>
              <a:rPr lang="en-US" sz="3600">
                <a:solidFill>
                  <a:schemeClr val="lt1"/>
                </a:solidFill>
              </a:rPr>
              <a:t>Disclaimer</a:t>
            </a:r>
          </a:p>
        </p:txBody>
      </p:sp>
      <p:sp>
        <p:nvSpPr>
          <p:cNvPr id="5" name="Rectangle 4">
            <a:extLst>
              <a:ext uri="{FF2B5EF4-FFF2-40B4-BE49-F238E27FC236}">
                <a16:creationId xmlns:a16="http://schemas.microsoft.com/office/drawing/2014/main" id="{5C14BDE5-32F5-E643-A4FF-D09A52DA71E1}"/>
              </a:ext>
            </a:extLst>
          </p:cNvPr>
          <p:cNvSpPr/>
          <p:nvPr userDrawn="1"/>
        </p:nvSpPr>
        <p:spPr>
          <a:xfrm>
            <a:off x="1930204" y="3768993"/>
            <a:ext cx="5283593" cy="860158"/>
          </a:xfrm>
          <a:prstGeom prst="rect">
            <a:avLst/>
          </a:prstGeom>
          <a:noFill/>
          <a:ln>
            <a:solidFill>
              <a:schemeClr val="accent3">
                <a:lumMod val="20000"/>
                <a:lumOff val="80000"/>
              </a:schemeClr>
            </a:solid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spcAft>
                <a:spcPts val="450"/>
              </a:spcAft>
              <a:defRPr/>
            </a:pPr>
            <a:r>
              <a:rPr lang="en-US" sz="1200" b="1">
                <a:solidFill>
                  <a:schemeClr val="accent3">
                    <a:lumMod val="40000"/>
                    <a:lumOff val="60000"/>
                  </a:schemeClr>
                </a:solidFill>
                <a:latin typeface="Calibri"/>
              </a:rPr>
              <a:t>This presentation was downloaded from Presales Stories. </a:t>
            </a:r>
          </a:p>
          <a:p>
            <a:pPr algn="ctr" defTabSz="685766">
              <a:defRPr/>
            </a:pPr>
            <a:r>
              <a:rPr lang="en-US" sz="1200" b="1">
                <a:solidFill>
                  <a:schemeClr val="accent3">
                    <a:lumMod val="40000"/>
                    <a:lumOff val="60000"/>
                  </a:schemeClr>
                </a:solidFill>
                <a:latin typeface="Calibri"/>
              </a:rPr>
              <a:t>Discover more content about EPAM’s Capabilities at </a:t>
            </a:r>
            <a:br>
              <a:rPr lang="en-US" sz="1200" b="1">
                <a:solidFill>
                  <a:schemeClr val="accent3">
                    <a:lumMod val="40000"/>
                    <a:lumOff val="60000"/>
                  </a:schemeClr>
                </a:solidFill>
                <a:latin typeface="Calibri"/>
              </a:rPr>
            </a:br>
            <a:r>
              <a:rPr lang="en-US" sz="1200" b="1" u="sng">
                <a:solidFill>
                  <a:schemeClr val="accent3">
                    <a:lumMod val="40000"/>
                    <a:lumOff val="60000"/>
                  </a:schemeClr>
                </a:solidFill>
                <a:latin typeface="Calibri"/>
                <a:hlinkClick r:id="rId4">
                  <a:extLst>
                    <a:ext uri="{A12FA001-AC4F-418D-AE19-62706E023703}">
                      <ahyp:hlinkClr xmlns:ahyp="http://schemas.microsoft.com/office/drawing/2018/hyperlinkcolor" val="tx"/>
                    </a:ext>
                  </a:extLst>
                </a:hlinkClick>
              </a:rPr>
              <a:t>https://epa.ms/stories</a:t>
            </a:r>
            <a:endParaRPr lang="en-US" sz="1200" b="1">
              <a:solidFill>
                <a:schemeClr val="accent3">
                  <a:lumMod val="40000"/>
                  <a:lumOff val="60000"/>
                </a:schemeClr>
              </a:solidFill>
              <a:latin typeface="Calibri"/>
            </a:endParaRPr>
          </a:p>
        </p:txBody>
      </p:sp>
      <p:sp>
        <p:nvSpPr>
          <p:cNvPr id="6" name="Title 4">
            <a:extLst>
              <a:ext uri="{FF2B5EF4-FFF2-40B4-BE49-F238E27FC236}">
                <a16:creationId xmlns:a16="http://schemas.microsoft.com/office/drawing/2014/main" id="{B01F7317-9450-7F4E-8CF4-A6FAE6DBDD15}"/>
              </a:ext>
            </a:extLst>
          </p:cNvPr>
          <p:cNvSpPr txBox="1">
            <a:spLocks/>
          </p:cNvSpPr>
          <p:nvPr userDrawn="1"/>
        </p:nvSpPr>
        <p:spPr>
          <a:xfrm>
            <a:off x="2176138" y="2125837"/>
            <a:ext cx="4791725" cy="1203535"/>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lnSpc>
                <a:spcPct val="150000"/>
              </a:lnSpc>
            </a:pPr>
            <a:r>
              <a:rPr lang="en-US" sz="1800" b="0">
                <a:solidFill>
                  <a:schemeClr val="bg1"/>
                </a:solidFill>
                <a:latin typeface="Calibri Light" panose="020F0302020204030204" pitchFamily="34" charset="0"/>
              </a:rPr>
              <a:t>All provided material can only be used under NDA</a:t>
            </a:r>
            <a:br>
              <a:rPr lang="en-US" sz="1800" b="0">
                <a:solidFill>
                  <a:schemeClr val="bg1"/>
                </a:solidFill>
                <a:latin typeface="Calibri Light" panose="020F0302020204030204" pitchFamily="34" charset="0"/>
              </a:rPr>
            </a:br>
            <a:r>
              <a:rPr lang="en-US" sz="1800" b="0">
                <a:solidFill>
                  <a:schemeClr val="bg1"/>
                </a:solidFill>
                <a:latin typeface="Calibri Light" panose="020F0302020204030204" pitchFamily="34" charset="0"/>
              </a:rPr>
              <a:t>Slides can Contain Confidential Notes</a:t>
            </a:r>
            <a:br>
              <a:rPr lang="en-US" sz="1800" b="0">
                <a:solidFill>
                  <a:schemeClr val="bg1"/>
                </a:solidFill>
                <a:latin typeface="Calibri Light" panose="020F0302020204030204" pitchFamily="34" charset="0"/>
              </a:rPr>
            </a:br>
            <a:r>
              <a:rPr lang="en-US" sz="1800" b="0">
                <a:solidFill>
                  <a:schemeClr val="bg1"/>
                </a:solidFill>
                <a:latin typeface="Calibri Light" panose="020F0302020204030204" pitchFamily="34" charset="0"/>
              </a:rPr>
              <a:t>Don’t Share As PPT</a:t>
            </a:r>
          </a:p>
        </p:txBody>
      </p:sp>
    </p:spTree>
    <p:extLst>
      <p:ext uri="{BB962C8B-B14F-4D97-AF65-F5344CB8AC3E}">
        <p14:creationId xmlns:p14="http://schemas.microsoft.com/office/powerpoint/2010/main" val="299037285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342901" y="2156252"/>
            <a:ext cx="4148138" cy="830997"/>
          </a:xfrm>
        </p:spPr>
        <p:txBody>
          <a:bodyPr wrap="square">
            <a:spAutoFit/>
          </a:bodyPr>
          <a:lstStyle>
            <a:lvl1pPr>
              <a:defRPr sz="54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5930503" y="1714500"/>
            <a:ext cx="2870597" cy="192938"/>
          </a:xfrm>
          <a:prstGeom prst="rect">
            <a:avLst/>
          </a:prstGeom>
        </p:spPr>
        <p:txBody>
          <a:bodyPr>
            <a:spAutoFit/>
          </a:bodyPr>
          <a:lstStyle>
            <a:lvl1pPr>
              <a:defRPr sz="12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5930503" y="2060005"/>
            <a:ext cx="2870597" cy="217079"/>
          </a:xfrm>
          <a:prstGeom prst="rect">
            <a:avLst/>
          </a:prstGeom>
        </p:spPr>
        <p:txBody>
          <a:bodyPr>
            <a:spAutoFit/>
          </a:bodyPr>
          <a:lstStyle>
            <a:lvl1pPr>
              <a:defRPr sz="1350" b="1">
                <a:solidFill>
                  <a:schemeClr val="bg1"/>
                </a:solidFill>
                <a:latin typeface="+mn-lt"/>
              </a:defRPr>
            </a:lvl1pPr>
          </a:lstStyle>
          <a:p>
            <a:pPr lvl="0"/>
            <a:r>
              <a:rPr lang="en-US">
                <a:effectLst/>
              </a:rPr>
              <a:t>Victoria Morrison</a:t>
            </a:r>
            <a:endParaRPr lang="en-US"/>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5930503" y="2279543"/>
            <a:ext cx="2870597" cy="168845"/>
          </a:xfrm>
          <a:prstGeom prst="rect">
            <a:avLst/>
          </a:prstGeom>
        </p:spPr>
        <p:txBody>
          <a:bodyPr>
            <a:spAutoFit/>
          </a:bodyPr>
          <a:lstStyle>
            <a:lvl1pPr>
              <a:defRPr sz="1050">
                <a:solidFill>
                  <a:schemeClr val="bg1"/>
                </a:solidFill>
              </a:defRPr>
            </a:lvl1pPr>
          </a:lstStyle>
          <a:p>
            <a:pPr lvl="0"/>
            <a:r>
              <a:rPr lang="en-US">
                <a:effectLst/>
              </a:rPr>
              <a:t>Head of Marketing EMEA</a:t>
            </a:r>
            <a:endParaRPr lang="en-US"/>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5930503" y="2745805"/>
            <a:ext cx="2870597" cy="168845"/>
          </a:xfrm>
          <a:prstGeom prst="rect">
            <a:avLst/>
          </a:prstGeom>
        </p:spPr>
        <p:txBody>
          <a:bodyPr>
            <a:spAutoFit/>
          </a:bodyPr>
          <a:lstStyle>
            <a:lvl1pPr>
              <a:defRPr sz="1050">
                <a:solidFill>
                  <a:schemeClr val="bg1"/>
                </a:solidFill>
              </a:defRPr>
            </a:lvl1pPr>
          </a:lstStyle>
          <a:p>
            <a:pPr lvl="0"/>
            <a:r>
              <a:rPr lang="en-US">
                <a:effectLst/>
              </a:rPr>
              <a:t>victoria_morrison@epam.com</a:t>
            </a:r>
            <a:endParaRPr lang="en-US"/>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5930503" y="2961003"/>
            <a:ext cx="2870597" cy="168845"/>
          </a:xfrm>
          <a:prstGeom prst="rect">
            <a:avLst/>
          </a:prstGeom>
        </p:spPr>
        <p:txBody>
          <a:bodyPr>
            <a:spAutoFit/>
          </a:bodyPr>
          <a:lstStyle>
            <a:lvl1pPr>
              <a:defRPr sz="105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5930503" y="3429000"/>
            <a:ext cx="2870597" cy="879809"/>
          </a:xfrm>
          <a:prstGeom prst="rect">
            <a:avLst/>
          </a:prstGeom>
        </p:spPr>
        <p:txBody>
          <a:bodyPr>
            <a:spAutoFit/>
          </a:bodyPr>
          <a:lstStyle>
            <a:lvl1pPr>
              <a:defRPr sz="105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cxnSp>
        <p:nvCxnSpPr>
          <p:cNvPr id="15" name="Straight Connector 14">
            <a:extLst>
              <a:ext uri="{FF2B5EF4-FFF2-40B4-BE49-F238E27FC236}">
                <a16:creationId xmlns:a16="http://schemas.microsoft.com/office/drawing/2014/main" id="{654B6A1A-ED6A-490A-AA56-15684042F07D}"/>
              </a:ext>
            </a:extLst>
          </p:cNvPr>
          <p:cNvCxnSpPr/>
          <p:nvPr userDrawn="1"/>
        </p:nvCxnSpPr>
        <p:spPr>
          <a:xfrm>
            <a:off x="5210175" y="1714500"/>
            <a:ext cx="0" cy="2651023"/>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Tree>
    <p:extLst>
      <p:ext uri="{BB962C8B-B14F-4D97-AF65-F5344CB8AC3E}">
        <p14:creationId xmlns:p14="http://schemas.microsoft.com/office/powerpoint/2010/main" val="2759988983"/>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hank you-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algn="ctr"/>
            <a:endParaRPr lang="en-US" sz="18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342901" y="885825"/>
            <a:ext cx="3320078" cy="830997"/>
          </a:xfrm>
        </p:spPr>
        <p:txBody>
          <a:bodyPr wrap="square">
            <a:spAutoFit/>
          </a:bodyPr>
          <a:lstStyle>
            <a:lvl1pPr>
              <a:defRPr sz="54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355997" y="2038075"/>
            <a:ext cx="2870597" cy="192938"/>
          </a:xfrm>
          <a:prstGeom prst="rect">
            <a:avLst/>
          </a:prstGeom>
        </p:spPr>
        <p:txBody>
          <a:bodyPr>
            <a:spAutoFit/>
          </a:bodyPr>
          <a:lstStyle>
            <a:lvl1pPr>
              <a:defRPr sz="12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355997" y="2383581"/>
            <a:ext cx="2870597" cy="217079"/>
          </a:xfrm>
          <a:prstGeom prst="rect">
            <a:avLst/>
          </a:prstGeom>
        </p:spPr>
        <p:txBody>
          <a:bodyPr>
            <a:spAutoFit/>
          </a:bodyPr>
          <a:lstStyle>
            <a:lvl1pPr>
              <a:defRPr sz="1350" b="1">
                <a:solidFill>
                  <a:schemeClr val="bg1"/>
                </a:solidFill>
                <a:latin typeface="+mn-lt"/>
              </a:defRPr>
            </a:lvl1pPr>
          </a:lstStyle>
          <a:p>
            <a:pPr lvl="0"/>
            <a:r>
              <a:rPr lang="en-US">
                <a:effectLst/>
              </a:rPr>
              <a:t>Victoria Morrison</a:t>
            </a:r>
            <a:endParaRPr lang="en-US"/>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355997" y="2603119"/>
            <a:ext cx="2870597" cy="168845"/>
          </a:xfrm>
          <a:prstGeom prst="rect">
            <a:avLst/>
          </a:prstGeom>
        </p:spPr>
        <p:txBody>
          <a:bodyPr>
            <a:spAutoFit/>
          </a:bodyPr>
          <a:lstStyle>
            <a:lvl1pPr>
              <a:defRPr sz="1050">
                <a:solidFill>
                  <a:schemeClr val="bg1"/>
                </a:solidFill>
              </a:defRPr>
            </a:lvl1pPr>
          </a:lstStyle>
          <a:p>
            <a:pPr lvl="0"/>
            <a:r>
              <a:rPr lang="en-US">
                <a:effectLst/>
              </a:rPr>
              <a:t>Head of Marketing EMEA</a:t>
            </a:r>
            <a:endParaRPr lang="en-US"/>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355997" y="3069381"/>
            <a:ext cx="2870597" cy="168845"/>
          </a:xfrm>
          <a:prstGeom prst="rect">
            <a:avLst/>
          </a:prstGeom>
        </p:spPr>
        <p:txBody>
          <a:bodyPr>
            <a:spAutoFit/>
          </a:bodyPr>
          <a:lstStyle>
            <a:lvl1pPr>
              <a:defRPr sz="1050">
                <a:solidFill>
                  <a:schemeClr val="bg1"/>
                </a:solidFill>
              </a:defRPr>
            </a:lvl1pPr>
          </a:lstStyle>
          <a:p>
            <a:pPr lvl="0"/>
            <a:r>
              <a:rPr lang="en-US">
                <a:effectLst/>
              </a:rPr>
              <a:t>victoria_morrison@epam.com</a:t>
            </a:r>
            <a:endParaRPr lang="en-US"/>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355997" y="3284578"/>
            <a:ext cx="2870597" cy="168845"/>
          </a:xfrm>
          <a:prstGeom prst="rect">
            <a:avLst/>
          </a:prstGeom>
        </p:spPr>
        <p:txBody>
          <a:bodyPr>
            <a:spAutoFit/>
          </a:bodyPr>
          <a:lstStyle>
            <a:lvl1pPr>
              <a:defRPr sz="105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355997" y="3752575"/>
            <a:ext cx="2870597" cy="879809"/>
          </a:xfrm>
          <a:prstGeom prst="rect">
            <a:avLst/>
          </a:prstGeom>
        </p:spPr>
        <p:txBody>
          <a:bodyPr>
            <a:spAutoFit/>
          </a:bodyPr>
          <a:lstStyle>
            <a:lvl1pPr>
              <a:defRPr sz="105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01" y="4829176"/>
            <a:ext cx="405405" cy="142874"/>
          </a:xfrm>
          <a:prstGeom prst="rect">
            <a:avLst/>
          </a:prstGeom>
        </p:spPr>
      </p:pic>
      <p:sp>
        <p:nvSpPr>
          <p:cNvPr id="14" name="Picture Placeholder 2">
            <a:extLst>
              <a:ext uri="{FF2B5EF4-FFF2-40B4-BE49-F238E27FC236}">
                <a16:creationId xmlns:a16="http://schemas.microsoft.com/office/drawing/2014/main" id="{D26DCF78-A14C-7743-94BB-7E13C2AD8622}"/>
              </a:ext>
            </a:extLst>
          </p:cNvPr>
          <p:cNvSpPr>
            <a:spLocks noGrp="1"/>
          </p:cNvSpPr>
          <p:nvPr>
            <p:ph type="pic" sz="quarter" idx="16"/>
          </p:nvPr>
        </p:nvSpPr>
        <p:spPr>
          <a:xfrm>
            <a:off x="4571999" y="0"/>
            <a:ext cx="4572001" cy="5143500"/>
          </a:xfrm>
          <a:prstGeom prst="rect">
            <a:avLst/>
          </a:prstGeom>
          <a:solidFill>
            <a:schemeClr val="bg2"/>
          </a:solidFill>
        </p:spPr>
        <p:txBody>
          <a:bodyPr/>
          <a:lstStyle>
            <a:lvl1pPr>
              <a:defRPr/>
            </a:lvl1pPr>
          </a:lstStyle>
          <a:p>
            <a:r>
              <a:rPr lang="en-US"/>
              <a:t>Click icon to add picture</a:t>
            </a:r>
          </a:p>
        </p:txBody>
      </p:sp>
    </p:spTree>
    <p:extLst>
      <p:ext uri="{BB962C8B-B14F-4D97-AF65-F5344CB8AC3E}">
        <p14:creationId xmlns:p14="http://schemas.microsoft.com/office/powerpoint/2010/main" val="300064599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9" Type="http://schemas.openxmlformats.org/officeDocument/2006/relationships/slideLayout" Target="../slideLayouts/slideLayout40.xml"/><Relationship Id="rId21" Type="http://schemas.openxmlformats.org/officeDocument/2006/relationships/slideLayout" Target="../slideLayouts/slideLayout22.xml"/><Relationship Id="rId34" Type="http://schemas.openxmlformats.org/officeDocument/2006/relationships/slideLayout" Target="../slideLayouts/slideLayout35.xml"/><Relationship Id="rId42" Type="http://schemas.openxmlformats.org/officeDocument/2006/relationships/slideLayout" Target="../slideLayouts/slideLayout43.xml"/><Relationship Id="rId47" Type="http://schemas.openxmlformats.org/officeDocument/2006/relationships/image" Target="../media/image2.png"/><Relationship Id="rId7" Type="http://schemas.openxmlformats.org/officeDocument/2006/relationships/slideLayout" Target="../slideLayouts/slideLayout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slideLayout" Target="../slideLayouts/slideLayout33.xml"/><Relationship Id="rId37" Type="http://schemas.openxmlformats.org/officeDocument/2006/relationships/slideLayout" Target="../slideLayouts/slideLayout38.xml"/><Relationship Id="rId40" Type="http://schemas.openxmlformats.org/officeDocument/2006/relationships/slideLayout" Target="../slideLayouts/slideLayout41.xml"/><Relationship Id="rId45" Type="http://schemas.openxmlformats.org/officeDocument/2006/relationships/theme" Target="../theme/theme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36" Type="http://schemas.openxmlformats.org/officeDocument/2006/relationships/slideLayout" Target="../slideLayouts/slideLayout37.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31" Type="http://schemas.openxmlformats.org/officeDocument/2006/relationships/slideLayout" Target="../slideLayouts/slideLayout32.xml"/><Relationship Id="rId44" Type="http://schemas.openxmlformats.org/officeDocument/2006/relationships/slideLayout" Target="../slideLayouts/slideLayout45.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slideLayout" Target="../slideLayouts/slideLayout31.xml"/><Relationship Id="rId35" Type="http://schemas.openxmlformats.org/officeDocument/2006/relationships/slideLayout" Target="../slideLayouts/slideLayout36.xml"/><Relationship Id="rId43" Type="http://schemas.openxmlformats.org/officeDocument/2006/relationships/slideLayout" Target="../slideLayouts/slideLayout44.xml"/><Relationship Id="rId48" Type="http://schemas.openxmlformats.org/officeDocument/2006/relationships/image" Target="../media/image3.svg"/><Relationship Id="rId8" Type="http://schemas.openxmlformats.org/officeDocument/2006/relationships/slideLayout" Target="../slideLayouts/slideLayout9.xml"/><Relationship Id="rId3" Type="http://schemas.openxmlformats.org/officeDocument/2006/relationships/slideLayout" Target="../slideLayouts/slideLayout4.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33" Type="http://schemas.openxmlformats.org/officeDocument/2006/relationships/slideLayout" Target="../slideLayouts/slideLayout34.xml"/><Relationship Id="rId38" Type="http://schemas.openxmlformats.org/officeDocument/2006/relationships/slideLayout" Target="../slideLayouts/slideLayout39.xml"/><Relationship Id="rId46" Type="http://schemas.openxmlformats.org/officeDocument/2006/relationships/tags" Target="../tags/tag2.xml"/><Relationship Id="rId20" Type="http://schemas.openxmlformats.org/officeDocument/2006/relationships/slideLayout" Target="../slideLayouts/slideLayout21.xml"/><Relationship Id="rId41"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47" Type="http://schemas.openxmlformats.org/officeDocument/2006/relationships/image" Target="../media/image2.png"/><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theme" Target="../theme/theme3.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48" Type="http://schemas.openxmlformats.org/officeDocument/2006/relationships/image" Target="../media/image3.svg"/><Relationship Id="rId8" Type="http://schemas.openxmlformats.org/officeDocument/2006/relationships/slideLayout" Target="../slideLayouts/slideLayout53.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tags" Target="../tags/tag3.xml"/><Relationship Id="rId20" Type="http://schemas.openxmlformats.org/officeDocument/2006/relationships/slideLayout" Target="../slideLayouts/slideLayout65.xml"/><Relationship Id="rId41"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360365" y="225589"/>
            <a:ext cx="8426449" cy="307777"/>
          </a:xfrm>
          <a:prstGeom prst="rect">
            <a:avLst/>
          </a:prstGeom>
        </p:spPr>
        <p:txBody>
          <a:bodyPr vert="horz" wrap="square" lIns="0" tIns="0" rIns="0" bIns="0" rtlCol="0" anchor="t" anchorCtr="0">
            <a:spAutoFit/>
          </a:bodyPr>
          <a:lstStyle/>
          <a:p>
            <a:r>
              <a:rPr lang="en-US"/>
              <a:t>Please add slide headline here</a:t>
            </a:r>
          </a:p>
        </p:txBody>
      </p:sp>
      <p:sp>
        <p:nvSpPr>
          <p:cNvPr id="7" name="Slide Number Placeholder 1">
            <a:extLst>
              <a:ext uri="{FF2B5EF4-FFF2-40B4-BE49-F238E27FC236}">
                <a16:creationId xmlns:a16="http://schemas.microsoft.com/office/drawing/2014/main" id="{FD31D0D5-85D1-4212-977C-BDE0519F234E}"/>
              </a:ext>
            </a:extLst>
          </p:cNvPr>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900" b="0" i="0">
                <a:solidFill>
                  <a:srgbClr val="474648"/>
                </a:solidFill>
                <a:latin typeface="+mj-lt"/>
              </a:defRPr>
            </a:lvl1pPr>
          </a:lstStyle>
          <a:p>
            <a:fld id="{3A707DD9-E92B-45E8-BE0A-E6B2EDF345EB}" type="slidenum">
              <a:rPr lang="en-US" smtClean="0"/>
              <a:pPr/>
              <a:t>‹#›</a:t>
            </a:fld>
            <a:endParaRPr lang="en-US"/>
          </a:p>
        </p:txBody>
      </p:sp>
      <p:sp>
        <p:nvSpPr>
          <p:cNvPr id="12" name="TextBox 11">
            <a:extLst>
              <a:ext uri="{FF2B5EF4-FFF2-40B4-BE49-F238E27FC236}">
                <a16:creationId xmlns:a16="http://schemas.microsoft.com/office/drawing/2014/main" id="{1275DCCA-8D50-4444-96D5-61FB20C63FB0}"/>
              </a:ext>
            </a:extLst>
          </p:cNvPr>
          <p:cNvSpPr txBox="1"/>
          <p:nvPr userDrawn="1"/>
        </p:nvSpPr>
        <p:spPr>
          <a:xfrm>
            <a:off x="937710" y="4910310"/>
            <a:ext cx="1321620" cy="161581"/>
          </a:xfrm>
          <a:prstGeom prst="rect">
            <a:avLst/>
          </a:prstGeom>
          <a:noFill/>
        </p:spPr>
        <p:txBody>
          <a:bodyPr wrap="square" lIns="68526" tIns="34289" rIns="68526" bIns="34289" rtlCol="0">
            <a:spAutoFit/>
          </a:bodyPr>
          <a:lstStyle/>
          <a:p>
            <a:pPr marL="0" marR="0" lvl="0" indent="0" algn="l" defTabSz="342533" rtl="0" eaLnBrk="1" fontAlgn="auto" latinLnBrk="0" hangingPunct="1">
              <a:lnSpc>
                <a:spcPct val="100000"/>
              </a:lnSpc>
              <a:spcBef>
                <a:spcPts val="0"/>
              </a:spcBef>
              <a:spcAft>
                <a:spcPts val="0"/>
              </a:spcAft>
              <a:buClrTx/>
              <a:buSzTx/>
              <a:buFontTx/>
              <a:buNone/>
              <a:tabLst/>
              <a:defRPr/>
            </a:pPr>
            <a:r>
              <a:rPr lang="en-US" sz="600" kern="0" spc="15">
                <a:solidFill>
                  <a:srgbClr val="474648"/>
                </a:solidFill>
                <a:cs typeface="Trebuchet MS"/>
              </a:rPr>
              <a:t>CONFIDENTIAL. </a:t>
            </a:r>
            <a:r>
              <a:rPr lang="en-US" sz="600" kern="1200">
                <a:solidFill>
                  <a:schemeClr val="tx1"/>
                </a:solidFill>
                <a:effectLst/>
                <a:latin typeface="+mn-lt"/>
                <a:ea typeface="+mn-ea"/>
                <a:cs typeface="+mn-cs"/>
              </a:rPr>
              <a:t>Copyright © 2019</a:t>
            </a:r>
            <a:endParaRPr lang="en-US" sz="600" kern="0" spc="15">
              <a:solidFill>
                <a:srgbClr val="474648"/>
              </a:solidFill>
              <a:cs typeface="Trebuchet MS"/>
            </a:endParaRPr>
          </a:p>
        </p:txBody>
      </p:sp>
      <p:cxnSp>
        <p:nvCxnSpPr>
          <p:cNvPr id="13" name="Straight Connector 12">
            <a:extLst>
              <a:ext uri="{FF2B5EF4-FFF2-40B4-BE49-F238E27FC236}">
                <a16:creationId xmlns:a16="http://schemas.microsoft.com/office/drawing/2014/main" id="{9585780B-226B-4A38-AFF3-E0B74E309CC9}"/>
              </a:ext>
            </a:extLst>
          </p:cNvPr>
          <p:cNvCxnSpPr/>
          <p:nvPr userDrawn="1"/>
        </p:nvCxnSpPr>
        <p:spPr>
          <a:xfrm>
            <a:off x="935169" y="4921758"/>
            <a:ext cx="0" cy="123444"/>
          </a:xfrm>
          <a:prstGeom prst="line">
            <a:avLst/>
          </a:prstGeom>
          <a:ln w="3175" cmpd="sng">
            <a:solidFill>
              <a:srgbClr val="474648"/>
            </a:solidFill>
          </a:ln>
          <a:effectLst/>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37618809-B596-42D8-86B4-C163D47D09F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0902" y="4873819"/>
            <a:ext cx="527040" cy="263966"/>
          </a:xfrm>
          <a:prstGeom prst="rect">
            <a:avLst/>
          </a:prstGeom>
        </p:spPr>
      </p:pic>
      <p:sp>
        <p:nvSpPr>
          <p:cNvPr id="2" name="Text Placeholder 1">
            <a:extLst>
              <a:ext uri="{FF2B5EF4-FFF2-40B4-BE49-F238E27FC236}">
                <a16:creationId xmlns:a16="http://schemas.microsoft.com/office/drawing/2014/main" id="{AF2872A7-07EE-484E-86AC-1C5DE9E0C735}"/>
              </a:ext>
            </a:extLst>
          </p:cNvPr>
          <p:cNvSpPr>
            <a:spLocks noGrp="1"/>
          </p:cNvSpPr>
          <p:nvPr>
            <p:ph type="body" idx="1"/>
          </p:nvPr>
        </p:nvSpPr>
        <p:spPr>
          <a:xfrm>
            <a:off x="360364" y="1079500"/>
            <a:ext cx="8426443" cy="3663950"/>
          </a:xfrm>
          <a:prstGeom prst="rect">
            <a:avLst/>
          </a:prstGeom>
        </p:spPr>
        <p:txBody>
          <a:bodyPr vert="horz" lIns="91440" tIns="45720" rIns="91440" bIns="45720" rtlCol="0">
            <a:normAutofit/>
          </a:bodyPr>
          <a:lstStyle/>
          <a:p>
            <a:pPr lvl="0"/>
            <a:r>
              <a:rPr lang="en-US"/>
              <a:t>Edit Master text styles</a:t>
            </a:r>
          </a:p>
          <a:p>
            <a:pPr lvl="1"/>
            <a:r>
              <a:rPr lang="en-US"/>
              <a:t>Second level</a:t>
            </a:r>
          </a:p>
        </p:txBody>
      </p:sp>
    </p:spTree>
    <p:extLst>
      <p:ext uri="{BB962C8B-B14F-4D97-AF65-F5344CB8AC3E}">
        <p14:creationId xmlns:p14="http://schemas.microsoft.com/office/powerpoint/2010/main" val="1051862762"/>
      </p:ext>
    </p:extLst>
  </p:cSld>
  <p:clrMap bg1="lt1" tx1="dk1" bg2="lt2" tx2="dk2" accent1="accent1" accent2="accent2" accent3="accent3" accent4="accent4" accent5="accent5" accent6="accent6" hlink="hlink" folHlink="folHlink"/>
  <p:sldLayoutIdLst>
    <p:sldLayoutId id="2147483868" r:id="rId1"/>
  </p:sldLayoutIdLst>
  <p:hf hdr="0" ftr="0" dt="0"/>
  <p:txStyles>
    <p:titleStyle>
      <a:lvl1pPr algn="l" defTabSz="914378" rtl="0" eaLnBrk="1" latinLnBrk="0" hangingPunct="1">
        <a:lnSpc>
          <a:spcPct val="100000"/>
        </a:lnSpc>
        <a:spcBef>
          <a:spcPct val="0"/>
        </a:spcBef>
        <a:buNone/>
        <a:defRPr sz="2000" b="0" kern="1200" cap="none" spc="100" baseline="0">
          <a:solidFill>
            <a:schemeClr val="tx1"/>
          </a:solidFill>
          <a:latin typeface="+mj-lt"/>
          <a:ea typeface="+mj-ea"/>
          <a:cs typeface="+mj-cs"/>
        </a:defRPr>
      </a:lvl1pPr>
    </p:titleStyle>
    <p:bodyStyle>
      <a:lvl1pPr marL="0" indent="0" algn="l" defTabSz="914378" rtl="0" eaLnBrk="1" latinLnBrk="0" hangingPunct="1">
        <a:lnSpc>
          <a:spcPts val="1600"/>
        </a:lnSpc>
        <a:spcBef>
          <a:spcPts val="264"/>
        </a:spcBef>
        <a:spcAft>
          <a:spcPts val="300"/>
        </a:spcAft>
        <a:buFont typeface="Arial" panose="020B0604020202020204" pitchFamily="34" charset="0"/>
        <a:buNone/>
        <a:defRPr sz="1600" kern="1200">
          <a:solidFill>
            <a:schemeClr val="tx1"/>
          </a:solidFill>
          <a:latin typeface="+mn-lt"/>
          <a:ea typeface="+mn-ea"/>
          <a:cs typeface="+mn-cs"/>
        </a:defRPr>
      </a:lvl1pPr>
      <a:lvl2pPr marL="182876" indent="-182876" algn="l" defTabSz="914378"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23"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09" indent="-285743"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pos="226">
          <p15:clr>
            <a:srgbClr val="F26B43"/>
          </p15:clr>
        </p15:guide>
        <p15:guide id="5" pos="5535">
          <p15:clr>
            <a:srgbClr val="F26B43"/>
          </p15:clr>
        </p15:guide>
        <p15:guide id="6" orient="horz" pos="896">
          <p15:clr>
            <a:srgbClr val="F26B43"/>
          </p15:clr>
        </p15:guide>
        <p15:guide id="7" pos="2736">
          <p15:clr>
            <a:srgbClr val="F26B43"/>
          </p15:clr>
        </p15:guide>
        <p15:guide id="8" pos="3024">
          <p15:clr>
            <a:srgbClr val="F26B43"/>
          </p15:clr>
        </p15:guide>
        <p15:guide id="9" orient="horz" pos="2988">
          <p15:clr>
            <a:srgbClr val="F26B43"/>
          </p15:clr>
        </p15:guide>
        <p15:guide id="10" orient="horz" pos="3084">
          <p15:clr>
            <a:srgbClr val="F26B43"/>
          </p15:clr>
        </p15:guide>
        <p15:guide id="11" orient="horz" pos="31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8458199" cy="342900"/>
          </a:xfrm>
          <a:prstGeom prst="rect">
            <a:avLst/>
          </a:prstGeom>
        </p:spPr>
        <p:txBody>
          <a:bodyPr vert="horz" lIns="0" tIns="0" rIns="0" bIns="0" rtlCol="0" anchor="t">
            <a:noAutofit/>
          </a:bodyPr>
          <a:lstStyle/>
          <a:p>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r:embed="rId47" cstate="print">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342901" y="4829176"/>
            <a:ext cx="405405" cy="142874"/>
          </a:xfrm>
          <a:prstGeom prst="rect">
            <a:avLst/>
          </a:prstGeom>
        </p:spPr>
      </p:pic>
      <p:sp>
        <p:nvSpPr>
          <p:cNvPr id="9" name="Text Placeholder 2">
            <a:extLst>
              <a:ext uri="{FF2B5EF4-FFF2-40B4-BE49-F238E27FC236}">
                <a16:creationId xmlns:a16="http://schemas.microsoft.com/office/drawing/2014/main" id="{E8369E08-22C8-4CA0-8BC3-06B27EF317DD}"/>
              </a:ext>
            </a:extLst>
          </p:cNvPr>
          <p:cNvSpPr>
            <a:spLocks noGrp="1"/>
          </p:cNvSpPr>
          <p:nvPr>
            <p:ph type="body" idx="1"/>
          </p:nvPr>
        </p:nvSpPr>
        <p:spPr>
          <a:xfrm>
            <a:off x="340129" y="885826"/>
            <a:ext cx="8455913" cy="3743324"/>
          </a:xfrm>
          <a:prstGeom prst="rect">
            <a:avLst/>
          </a:prstGeom>
        </p:spPr>
        <p:txBody>
          <a:bodyPr vert="horz" lIns="0" tIns="0" rIns="0" bIns="0" rtlCol="0">
            <a:noAutofit/>
          </a:bodyPr>
          <a:lstStyle/>
          <a:p>
            <a:pPr marL="0" marR="0" lvl="0" indent="0" algn="l" defTabSz="685800" rtl="0" eaLnBrk="1" fontAlgn="auto" latinLnBrk="0" hangingPunct="1">
              <a:lnSpc>
                <a:spcPct val="110000"/>
              </a:lnSpc>
              <a:spcBef>
                <a:spcPts val="45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222222"/>
                </a:solidFill>
                <a:effectLst/>
                <a:uLnTx/>
                <a:uFillTx/>
                <a:latin typeface="Calibri"/>
                <a:cs typeface="Calibri" panose="020F0502020204030204" pitchFamily="34" charset="0"/>
              </a:rPr>
              <a:t>Edit Master text styles</a:t>
            </a:r>
          </a:p>
          <a:p>
            <a:pPr marL="137160" marR="0" lvl="1" indent="-137160" algn="l" defTabSz="685800" rtl="0" eaLnBrk="1" fontAlgn="auto" latinLnBrk="0" hangingPunct="1">
              <a:lnSpc>
                <a:spcPct val="100000"/>
              </a:lnSpc>
              <a:spcBef>
                <a:spcPts val="450"/>
              </a:spcBef>
              <a:spcAft>
                <a:spcPts val="0"/>
              </a:spcAft>
              <a:buClr>
                <a:srgbClr val="76CDD8"/>
              </a:buClr>
              <a:buSzTx/>
              <a:buFont typeface="Arial" panose="020B0604020202020204" pitchFamily="34" charset="0"/>
              <a:buChar char="•"/>
              <a:tabLst/>
              <a:defRPr/>
            </a:pPr>
            <a:r>
              <a:rPr kumimoji="0" lang="en-US" sz="1050" b="0" i="0" u="none" strike="noStrike" kern="1200" cap="none" spc="0" normalizeH="0" baseline="0" noProof="0">
                <a:ln>
                  <a:noFill/>
                </a:ln>
                <a:solidFill>
                  <a:srgbClr val="222222"/>
                </a:solidFill>
                <a:effectLst/>
                <a:uLnTx/>
                <a:uFillTx/>
                <a:latin typeface="Calibri"/>
                <a:cs typeface="Calibri" panose="020F0502020204030204" pitchFamily="34" charset="0"/>
              </a:rPr>
              <a:t>Second level</a:t>
            </a:r>
          </a:p>
          <a:p>
            <a:pPr marL="274320" marR="0" lvl="2" indent="-137160" algn="l" defTabSz="685800" rtl="0" eaLnBrk="1" fontAlgn="auto" latinLnBrk="0" hangingPunct="1">
              <a:lnSpc>
                <a:spcPct val="100000"/>
              </a:lnSpc>
              <a:spcBef>
                <a:spcPts val="450"/>
              </a:spcBef>
              <a:spcAft>
                <a:spcPts val="0"/>
              </a:spcAft>
              <a:buClr>
                <a:srgbClr val="A0A0A0"/>
              </a:buClr>
              <a:buSzTx/>
              <a:buFont typeface="Calibri" panose="020F0502020204030204" pitchFamily="34" charset="0"/>
              <a:buChar char="→"/>
              <a:tabLst/>
              <a:defRPr/>
            </a:pPr>
            <a:r>
              <a:rPr kumimoji="0" lang="en-US" sz="900" b="0" i="0" u="none" strike="noStrike" kern="1200" cap="none" spc="0" normalizeH="0" baseline="0" noProof="0">
                <a:ln>
                  <a:noFill/>
                </a:ln>
                <a:solidFill>
                  <a:srgbClr val="222222"/>
                </a:solidFill>
                <a:effectLst/>
                <a:uLnTx/>
                <a:uFillTx/>
                <a:latin typeface="Calibri"/>
                <a:cs typeface="Calibri" panose="020F0502020204030204" pitchFamily="34" charset="0"/>
              </a:rPr>
              <a:t>Third level</a:t>
            </a:r>
            <a:endParaRPr lang="en-US"/>
          </a:p>
        </p:txBody>
      </p:sp>
      <p:sp>
        <p:nvSpPr>
          <p:cNvPr id="11" name="TextBox 10">
            <a:extLst>
              <a:ext uri="{FF2B5EF4-FFF2-40B4-BE49-F238E27FC236}">
                <a16:creationId xmlns:a16="http://schemas.microsoft.com/office/drawing/2014/main" id="{3F641FF6-5DCC-D34B-9DD7-29931472CBC7}"/>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t>CONFIDENTIAL. Copyright ©</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pPr lvl="0"/>
              <a:t>‹#›</a:t>
            </a:fld>
            <a:endParaRPr lang="en-US" sz="750"/>
          </a:p>
        </p:txBody>
      </p:sp>
      <p:sp>
        <p:nvSpPr>
          <p:cNvPr id="3" name="empower - DO NOT DELETE!!!" hidden="1">
            <a:extLst>
              <a:ext uri="{FF2B5EF4-FFF2-40B4-BE49-F238E27FC236}">
                <a16:creationId xmlns:a16="http://schemas.microsoft.com/office/drawing/2014/main" id="{A35F69B3-CEEB-4767-9F70-13BF0ADECAA9}"/>
              </a:ext>
            </a:extLst>
          </p:cNvPr>
          <p:cNvSpPr/>
          <p:nvPr userDrawn="1">
            <p:custDataLst>
              <p:tags r:id="rId46"/>
            </p:custDataLst>
          </p:nvPr>
        </p:nvSpPr>
        <p:spPr bwMode="auto">
          <a:xfrm>
            <a:off x="0" y="0"/>
            <a:ext cx="0" cy="0"/>
          </a:xfrm>
          <a:prstGeom prst="ellipse">
            <a:avLst/>
          </a:prstGeom>
          <a:solidFill>
            <a:schemeClr val="accent1"/>
          </a:solidFill>
          <a:ln>
            <a:noFill/>
          </a:ln>
          <a:effectLst/>
        </p:spPr>
        <p:txBody>
          <a:bodyPr wrap="square" lIns="0" tIns="0" rIns="0" bIns="0" rtlCol="0" anchor="ctr"/>
          <a:lstStyle/>
          <a:p>
            <a:pPr algn="ctr"/>
            <a:endParaRPr lang="en-US" sz="1800">
              <a:solidFill>
                <a:schemeClr val="bg1"/>
              </a:solidFill>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109364397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 id="2147483831" r:id="rId20"/>
    <p:sldLayoutId id="2147483832" r:id="rId21"/>
    <p:sldLayoutId id="2147483833" r:id="rId22"/>
    <p:sldLayoutId id="2147483834" r:id="rId23"/>
    <p:sldLayoutId id="2147483835" r:id="rId24"/>
    <p:sldLayoutId id="2147483836" r:id="rId25"/>
    <p:sldLayoutId id="2147483837" r:id="rId26"/>
    <p:sldLayoutId id="2147483838" r:id="rId27"/>
    <p:sldLayoutId id="2147483839" r:id="rId28"/>
    <p:sldLayoutId id="2147483840" r:id="rId29"/>
    <p:sldLayoutId id="2147483841" r:id="rId30"/>
    <p:sldLayoutId id="2147483842" r:id="rId31"/>
    <p:sldLayoutId id="2147483843" r:id="rId32"/>
    <p:sldLayoutId id="2147483844" r:id="rId33"/>
    <p:sldLayoutId id="2147483845" r:id="rId34"/>
    <p:sldLayoutId id="2147483846" r:id="rId35"/>
    <p:sldLayoutId id="2147483847" r:id="rId36"/>
    <p:sldLayoutId id="2147483848" r:id="rId37"/>
    <p:sldLayoutId id="2147483849" r:id="rId38"/>
    <p:sldLayoutId id="2147483850" r:id="rId39"/>
    <p:sldLayoutId id="2147483851" r:id="rId40"/>
    <p:sldLayoutId id="2147483852" r:id="rId41"/>
    <p:sldLayoutId id="2147483853" r:id="rId42"/>
    <p:sldLayoutId id="2147483854" r:id="rId43"/>
    <p:sldLayoutId id="2147483855" r:id="rId44"/>
  </p:sldLayoutIdLst>
  <p:hf hdr="0" dt="0"/>
  <p:txStyles>
    <p:titleStyle>
      <a:lvl1pPr algn="l" defTabSz="685800" rtl="0" eaLnBrk="1" latinLnBrk="0" hangingPunct="1">
        <a:lnSpc>
          <a:spcPct val="100000"/>
        </a:lnSpc>
        <a:spcBef>
          <a:spcPct val="0"/>
        </a:spcBef>
        <a:buNone/>
        <a:defRPr sz="1650" b="1" i="0" kern="1200">
          <a:solidFill>
            <a:schemeClr val="tx1"/>
          </a:solidFill>
          <a:latin typeface="+mj-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90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2" userDrawn="1">
          <p15:clr>
            <a:srgbClr val="F26B43"/>
          </p15:clr>
        </p15:guide>
        <p15:guide id="16" orient="horz" pos="108" userDrawn="1">
          <p15:clr>
            <a:srgbClr val="F26B43"/>
          </p15:clr>
        </p15:guide>
        <p15:guide id="17" orient="horz" pos="234" userDrawn="1">
          <p15:clr>
            <a:srgbClr val="F26B43"/>
          </p15:clr>
        </p15:guide>
        <p15:guide id="19" orient="horz" pos="432" userDrawn="1">
          <p15:clr>
            <a:srgbClr val="F26B43"/>
          </p15:clr>
        </p15:guide>
        <p15:guide id="20" orient="horz" pos="558" userDrawn="1">
          <p15:clr>
            <a:srgbClr val="F26B43"/>
          </p15:clr>
        </p15:guide>
        <p15:guide id="41" orient="horz" pos="2916" userDrawn="1">
          <p15:clr>
            <a:srgbClr val="F26B43"/>
          </p15:clr>
        </p15:guide>
        <p15:guide id="43" orient="horz" pos="3132" userDrawn="1">
          <p15:clr>
            <a:srgbClr val="F26B43"/>
          </p15:clr>
        </p15:guide>
        <p15:guide id="56" orient="horz" userDrawn="1">
          <p15:clr>
            <a:srgbClr val="F26B43"/>
          </p15:clr>
        </p15:guide>
        <p15:guide id="57" orient="horz" pos="3240" userDrawn="1">
          <p15:clr>
            <a:srgbClr val="F26B43"/>
          </p15:clr>
        </p15:guide>
        <p15:guide id="58" orient="horz" pos="3024" userDrawn="1">
          <p15:clr>
            <a:srgbClr val="F26B43"/>
          </p15:clr>
        </p15:guide>
        <p15:guide id="59" pos="216" userDrawn="1">
          <p15:clr>
            <a:srgbClr val="F26B43"/>
          </p15:clr>
        </p15:guide>
        <p15:guide id="61" pos="5544" userDrawn="1">
          <p15:clr>
            <a:srgbClr val="F26B43"/>
          </p15:clr>
        </p15:guide>
        <p15:guide id="64" pos="1016" userDrawn="1">
          <p15:clr>
            <a:srgbClr val="F26B43"/>
          </p15:clr>
        </p15:guide>
        <p15:guide id="65" pos="1124" userDrawn="1">
          <p15:clr>
            <a:srgbClr val="F26B43"/>
          </p15:clr>
        </p15:guide>
        <p15:guide id="68" pos="2033" userDrawn="1">
          <p15:clr>
            <a:srgbClr val="F26B43"/>
          </p15:clr>
        </p15:guide>
        <p15:guide id="69" pos="1926" userDrawn="1">
          <p15:clr>
            <a:srgbClr val="F26B43"/>
          </p15:clr>
        </p15:guide>
        <p15:guide id="72" pos="2829" userDrawn="1">
          <p15:clr>
            <a:srgbClr val="F26B43"/>
          </p15:clr>
        </p15:guide>
        <p15:guide id="73" pos="2939" userDrawn="1">
          <p15:clr>
            <a:srgbClr val="F26B43"/>
          </p15:clr>
        </p15:guide>
        <p15:guide id="76" pos="3846" userDrawn="1">
          <p15:clr>
            <a:srgbClr val="F26B43"/>
          </p15:clr>
        </p15:guide>
        <p15:guide id="77" pos="3736" userDrawn="1">
          <p15:clr>
            <a:srgbClr val="F26B43"/>
          </p15:clr>
        </p15:guide>
        <p15:guide id="80" pos="4640" userDrawn="1">
          <p15:clr>
            <a:srgbClr val="F26B43"/>
          </p15:clr>
        </p15:guide>
        <p15:guide id="81" pos="47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8458199" cy="342900"/>
          </a:xfrm>
          <a:prstGeom prst="rect">
            <a:avLst/>
          </a:prstGeom>
        </p:spPr>
        <p:txBody>
          <a:bodyPr vert="horz" lIns="0" tIns="0" rIns="0" bIns="0" rtlCol="0" anchor="t">
            <a:noAutofit/>
          </a:bodyPr>
          <a:lstStyle/>
          <a:p>
            <a:r>
              <a:rPr lang="en-US"/>
              <a:t>Click to edit Master title style</a:t>
            </a:r>
            <a:endParaRPr lang="en-US" dirty="0"/>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r:embed="rId47" cstate="print">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342901" y="4829176"/>
            <a:ext cx="405405" cy="142874"/>
          </a:xfrm>
          <a:prstGeom prst="rect">
            <a:avLst/>
          </a:prstGeom>
        </p:spPr>
      </p:pic>
      <p:sp>
        <p:nvSpPr>
          <p:cNvPr id="9" name="Text Placeholder 2">
            <a:extLst>
              <a:ext uri="{FF2B5EF4-FFF2-40B4-BE49-F238E27FC236}">
                <a16:creationId xmlns:a16="http://schemas.microsoft.com/office/drawing/2014/main" id="{E8369E08-22C8-4CA0-8BC3-06B27EF317DD}"/>
              </a:ext>
            </a:extLst>
          </p:cNvPr>
          <p:cNvSpPr>
            <a:spLocks noGrp="1"/>
          </p:cNvSpPr>
          <p:nvPr>
            <p:ph type="body" idx="1"/>
          </p:nvPr>
        </p:nvSpPr>
        <p:spPr>
          <a:xfrm>
            <a:off x="340129" y="885826"/>
            <a:ext cx="8455913" cy="3743324"/>
          </a:xfrm>
          <a:prstGeom prst="rect">
            <a:avLst/>
          </a:prstGeom>
        </p:spPr>
        <p:txBody>
          <a:bodyPr vert="horz" lIns="0" tIns="0" rIns="0" bIns="0" rtlCol="0">
            <a:noAutofit/>
          </a:bodyPr>
          <a:lstStyle/>
          <a:p>
            <a:pPr marL="0" marR="0" lvl="0" indent="0" algn="l" defTabSz="685800" rtl="0" eaLnBrk="1" fontAlgn="auto" latinLnBrk="0" hangingPunct="1">
              <a:lnSpc>
                <a:spcPct val="110000"/>
              </a:lnSpc>
              <a:spcBef>
                <a:spcPts val="450"/>
              </a:spcBef>
              <a:spcAft>
                <a:spcPts val="0"/>
              </a:spcAft>
              <a:buClrTx/>
              <a:buSzTx/>
              <a:buFont typeface="Arial" panose="020B0604020202020204" pitchFamily="34" charset="0"/>
              <a:buNone/>
              <a:tabLst/>
              <a:defRPr/>
            </a:pPr>
            <a:r>
              <a:rPr kumimoji="0" lang="en-US" sz="1050" b="0" i="0" u="none" strike="noStrike" kern="1200" cap="none" spc="0" normalizeH="0" baseline="0" noProof="0" dirty="0">
                <a:ln>
                  <a:noFill/>
                </a:ln>
                <a:solidFill>
                  <a:srgbClr val="222222"/>
                </a:solidFill>
                <a:effectLst/>
                <a:uLnTx/>
                <a:uFillTx/>
                <a:latin typeface="Calibri"/>
                <a:cs typeface="Calibri" panose="020F0502020204030204" pitchFamily="34" charset="0"/>
              </a:rPr>
              <a:t>Edit Master text styles</a:t>
            </a:r>
          </a:p>
          <a:p>
            <a:pPr marL="137160" marR="0" lvl="1" indent="-137160" algn="l" defTabSz="685800" rtl="0" eaLnBrk="1" fontAlgn="auto" latinLnBrk="0" hangingPunct="1">
              <a:lnSpc>
                <a:spcPct val="100000"/>
              </a:lnSpc>
              <a:spcBef>
                <a:spcPts val="450"/>
              </a:spcBef>
              <a:spcAft>
                <a:spcPts val="0"/>
              </a:spcAft>
              <a:buClr>
                <a:srgbClr val="76CDD8"/>
              </a:buClr>
              <a:buSzTx/>
              <a:buFont typeface="Arial" panose="020B0604020202020204" pitchFamily="34" charset="0"/>
              <a:buChar char="•"/>
              <a:tabLst/>
              <a:defRPr/>
            </a:pPr>
            <a:r>
              <a:rPr kumimoji="0" lang="en-US" sz="1050" b="0" i="0" u="none" strike="noStrike" kern="1200" cap="none" spc="0" normalizeH="0" baseline="0" noProof="0" dirty="0">
                <a:ln>
                  <a:noFill/>
                </a:ln>
                <a:solidFill>
                  <a:srgbClr val="222222"/>
                </a:solidFill>
                <a:effectLst/>
                <a:uLnTx/>
                <a:uFillTx/>
                <a:latin typeface="Calibri"/>
                <a:cs typeface="Calibri" panose="020F0502020204030204" pitchFamily="34" charset="0"/>
              </a:rPr>
              <a:t>Second level</a:t>
            </a:r>
          </a:p>
          <a:p>
            <a:pPr marL="274320" marR="0" lvl="2" indent="-137160" algn="l" defTabSz="685800" rtl="0" eaLnBrk="1" fontAlgn="auto" latinLnBrk="0" hangingPunct="1">
              <a:lnSpc>
                <a:spcPct val="100000"/>
              </a:lnSpc>
              <a:spcBef>
                <a:spcPts val="450"/>
              </a:spcBef>
              <a:spcAft>
                <a:spcPts val="0"/>
              </a:spcAft>
              <a:buClr>
                <a:srgbClr val="A0A0A0"/>
              </a:buClr>
              <a:buSzTx/>
              <a:buFont typeface="Calibri" panose="020F0502020204030204" pitchFamily="34" charset="0"/>
              <a:buChar char="→"/>
              <a:tabLst/>
              <a:defRPr/>
            </a:pPr>
            <a:r>
              <a:rPr kumimoji="0" lang="en-US" sz="900" b="0" i="0" u="none" strike="noStrike" kern="1200" cap="none" spc="0" normalizeH="0" baseline="0" noProof="0" dirty="0">
                <a:ln>
                  <a:noFill/>
                </a:ln>
                <a:solidFill>
                  <a:srgbClr val="222222"/>
                </a:solidFill>
                <a:effectLst/>
                <a:uLnTx/>
                <a:uFillTx/>
                <a:latin typeface="Calibri"/>
                <a:cs typeface="Calibri" panose="020F0502020204030204" pitchFamily="34" charset="0"/>
              </a:rPr>
              <a:t>Third level</a:t>
            </a:r>
            <a:endParaRPr lang="en-US" dirty="0"/>
          </a:p>
        </p:txBody>
      </p:sp>
      <p:sp>
        <p:nvSpPr>
          <p:cNvPr id="11" name="TextBox 10">
            <a:extLst>
              <a:ext uri="{FF2B5EF4-FFF2-40B4-BE49-F238E27FC236}">
                <a16:creationId xmlns:a16="http://schemas.microsoft.com/office/drawing/2014/main" id="{3F641FF6-5DCC-D34B-9DD7-29931472CBC7}"/>
              </a:ext>
            </a:extLst>
          </p:cNvPr>
          <p:cNvSpPr txBox="1"/>
          <p:nvPr userDrawn="1"/>
        </p:nvSpPr>
        <p:spPr>
          <a:xfrm>
            <a:off x="7879404" y="4804943"/>
            <a:ext cx="704864" cy="164201"/>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sz="450"/>
              <a:t>CONFIDENTIAL. Copyright ©</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8623571" y="4804943"/>
            <a:ext cx="182199" cy="164201"/>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750" smtClean="0"/>
              <a:pPr lvl="0"/>
              <a:t>‹#›</a:t>
            </a:fld>
            <a:endParaRPr lang="en-US" sz="750"/>
          </a:p>
        </p:txBody>
      </p:sp>
      <p:sp>
        <p:nvSpPr>
          <p:cNvPr id="3" name="empower - DO NOT DELETE!!!" hidden="1">
            <a:extLst>
              <a:ext uri="{FF2B5EF4-FFF2-40B4-BE49-F238E27FC236}">
                <a16:creationId xmlns:a16="http://schemas.microsoft.com/office/drawing/2014/main" id="{A35F69B3-CEEB-4767-9F70-13BF0ADECAA9}"/>
              </a:ext>
            </a:extLst>
          </p:cNvPr>
          <p:cNvSpPr/>
          <p:nvPr userDrawn="1">
            <p:custDataLst>
              <p:tags r:id="rId46"/>
            </p:custDataLst>
          </p:nvPr>
        </p:nvSpPr>
        <p:spPr bwMode="auto">
          <a:xfrm>
            <a:off x="0" y="0"/>
            <a:ext cx="0" cy="0"/>
          </a:xfrm>
          <a:prstGeom prst="ellipse">
            <a:avLst/>
          </a:prstGeom>
          <a:solidFill>
            <a:schemeClr val="accent1"/>
          </a:solidFill>
          <a:ln>
            <a:noFill/>
          </a:ln>
          <a:effectLst/>
        </p:spPr>
        <p:txBody>
          <a:bodyPr wrap="square" lIns="0" tIns="0" rIns="0" bIns="0" rtlCol="0" anchor="ctr"/>
          <a:lstStyle/>
          <a:p>
            <a:pPr algn="ctr"/>
            <a:endParaRPr lang="en-US" sz="1800" dirty="0">
              <a:solidFill>
                <a:schemeClr val="bg1"/>
              </a:solidFill>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1093643976"/>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 id="2147483903" r:id="rId13"/>
    <p:sldLayoutId id="2147483904" r:id="rId14"/>
    <p:sldLayoutId id="2147483905" r:id="rId15"/>
    <p:sldLayoutId id="2147483906" r:id="rId16"/>
    <p:sldLayoutId id="2147483907" r:id="rId17"/>
    <p:sldLayoutId id="2147483908" r:id="rId18"/>
    <p:sldLayoutId id="2147483909" r:id="rId19"/>
    <p:sldLayoutId id="2147483910" r:id="rId20"/>
    <p:sldLayoutId id="2147483911" r:id="rId21"/>
    <p:sldLayoutId id="2147483912" r:id="rId22"/>
    <p:sldLayoutId id="2147483913" r:id="rId23"/>
    <p:sldLayoutId id="2147483914" r:id="rId24"/>
    <p:sldLayoutId id="2147483915" r:id="rId25"/>
    <p:sldLayoutId id="2147483916" r:id="rId26"/>
    <p:sldLayoutId id="2147483917" r:id="rId27"/>
    <p:sldLayoutId id="2147483918" r:id="rId28"/>
    <p:sldLayoutId id="2147483919" r:id="rId29"/>
    <p:sldLayoutId id="2147483920" r:id="rId30"/>
    <p:sldLayoutId id="2147483921" r:id="rId31"/>
    <p:sldLayoutId id="2147483922" r:id="rId32"/>
    <p:sldLayoutId id="2147483923" r:id="rId33"/>
    <p:sldLayoutId id="2147483924" r:id="rId34"/>
    <p:sldLayoutId id="2147483925" r:id="rId35"/>
    <p:sldLayoutId id="2147483926" r:id="rId36"/>
    <p:sldLayoutId id="2147483927" r:id="rId37"/>
    <p:sldLayoutId id="2147483928" r:id="rId38"/>
    <p:sldLayoutId id="2147483929" r:id="rId39"/>
    <p:sldLayoutId id="2147483930" r:id="rId40"/>
    <p:sldLayoutId id="2147483931" r:id="rId41"/>
    <p:sldLayoutId id="2147483932" r:id="rId42"/>
    <p:sldLayoutId id="2147483933" r:id="rId43"/>
    <p:sldLayoutId id="2147483934" r:id="rId44"/>
  </p:sldLayoutIdLst>
  <p:hf hdr="0" dt="0"/>
  <p:txStyles>
    <p:titleStyle>
      <a:lvl1pPr algn="l" defTabSz="685800" rtl="0" eaLnBrk="1" latinLnBrk="0" hangingPunct="1">
        <a:lnSpc>
          <a:spcPct val="100000"/>
        </a:lnSpc>
        <a:spcBef>
          <a:spcPct val="0"/>
        </a:spcBef>
        <a:buNone/>
        <a:defRPr sz="1650" b="1" i="0" kern="1200">
          <a:solidFill>
            <a:schemeClr val="tx1"/>
          </a:solidFill>
          <a:latin typeface="+mj-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90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90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2" userDrawn="1">
          <p15:clr>
            <a:srgbClr val="F26B43"/>
          </p15:clr>
        </p15:guide>
        <p15:guide id="16" orient="horz" pos="108" userDrawn="1">
          <p15:clr>
            <a:srgbClr val="F26B43"/>
          </p15:clr>
        </p15:guide>
        <p15:guide id="17" orient="horz" pos="234" userDrawn="1">
          <p15:clr>
            <a:srgbClr val="F26B43"/>
          </p15:clr>
        </p15:guide>
        <p15:guide id="19" orient="horz" pos="432" userDrawn="1">
          <p15:clr>
            <a:srgbClr val="F26B43"/>
          </p15:clr>
        </p15:guide>
        <p15:guide id="20" orient="horz" pos="558" userDrawn="1">
          <p15:clr>
            <a:srgbClr val="F26B43"/>
          </p15:clr>
        </p15:guide>
        <p15:guide id="41" orient="horz" pos="2916" userDrawn="1">
          <p15:clr>
            <a:srgbClr val="F26B43"/>
          </p15:clr>
        </p15:guide>
        <p15:guide id="43" orient="horz" pos="3132" userDrawn="1">
          <p15:clr>
            <a:srgbClr val="F26B43"/>
          </p15:clr>
        </p15:guide>
        <p15:guide id="56" orient="horz" userDrawn="1">
          <p15:clr>
            <a:srgbClr val="F26B43"/>
          </p15:clr>
        </p15:guide>
        <p15:guide id="57" orient="horz" pos="3240" userDrawn="1">
          <p15:clr>
            <a:srgbClr val="F26B43"/>
          </p15:clr>
        </p15:guide>
        <p15:guide id="58" orient="horz" pos="3024" userDrawn="1">
          <p15:clr>
            <a:srgbClr val="F26B43"/>
          </p15:clr>
        </p15:guide>
        <p15:guide id="59" pos="216" userDrawn="1">
          <p15:clr>
            <a:srgbClr val="F26B43"/>
          </p15:clr>
        </p15:guide>
        <p15:guide id="61" pos="5544" userDrawn="1">
          <p15:clr>
            <a:srgbClr val="F26B43"/>
          </p15:clr>
        </p15:guide>
        <p15:guide id="64" pos="1016" userDrawn="1">
          <p15:clr>
            <a:srgbClr val="F26B43"/>
          </p15:clr>
        </p15:guide>
        <p15:guide id="65" pos="1124" userDrawn="1">
          <p15:clr>
            <a:srgbClr val="F26B43"/>
          </p15:clr>
        </p15:guide>
        <p15:guide id="68" pos="2033" userDrawn="1">
          <p15:clr>
            <a:srgbClr val="F26B43"/>
          </p15:clr>
        </p15:guide>
        <p15:guide id="69" pos="1926" userDrawn="1">
          <p15:clr>
            <a:srgbClr val="F26B43"/>
          </p15:clr>
        </p15:guide>
        <p15:guide id="72" pos="2829" userDrawn="1">
          <p15:clr>
            <a:srgbClr val="F26B43"/>
          </p15:clr>
        </p15:guide>
        <p15:guide id="73" pos="2939" userDrawn="1">
          <p15:clr>
            <a:srgbClr val="F26B43"/>
          </p15:clr>
        </p15:guide>
        <p15:guide id="76" pos="3846" userDrawn="1">
          <p15:clr>
            <a:srgbClr val="F26B43"/>
          </p15:clr>
        </p15:guide>
        <p15:guide id="77" pos="3736" userDrawn="1">
          <p15:clr>
            <a:srgbClr val="F26B43"/>
          </p15:clr>
        </p15:guide>
        <p15:guide id="80" pos="4640" userDrawn="1">
          <p15:clr>
            <a:srgbClr val="F26B43"/>
          </p15:clr>
        </p15:guide>
        <p15:guide id="81" pos="474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svg"/><Relationship Id="rId2" Type="http://schemas.openxmlformats.org/officeDocument/2006/relationships/notesSlide" Target="../notesSlides/notesSlide1.xml"/><Relationship Id="rId1" Type="http://schemas.openxmlformats.org/officeDocument/2006/relationships/slideLayout" Target="../slideLayouts/slideLayout69.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F7E0709-A223-384A-2547-D48094C04E6D}"/>
              </a:ext>
            </a:extLst>
          </p:cNvPr>
          <p:cNvSpPr txBox="1"/>
          <p:nvPr/>
        </p:nvSpPr>
        <p:spPr>
          <a:xfrm>
            <a:off x="336699" y="1125897"/>
            <a:ext cx="4773386" cy="1107996"/>
          </a:xfrm>
          <a:prstGeom prst="rect">
            <a:avLst/>
          </a:prstGeom>
        </p:spPr>
        <p:txBody>
          <a:bodyPr wrap="square" lIns="0" tIns="0" rIns="0" bIns="0" rtlCol="0">
            <a:spAutoFit/>
          </a:bodyPr>
          <a:lstStyle/>
          <a:p>
            <a:pPr algn="just"/>
            <a:r>
              <a:rPr lang="en-US" sz="900" dirty="0">
                <a:latin typeface="Calibri" panose="020F0502020204030204" pitchFamily="34" charset="0"/>
                <a:ea typeface="DengXian" panose="02010600030101010101" pitchFamily="2" charset="-122"/>
                <a:cs typeface="Times New Roman" panose="02020603050405020304" pitchFamily="18" charset="0"/>
              </a:rPr>
              <a:t>DBS Private Bank, encompassing both Private Bank and Treasures Private Client, caters to both affluent and high-net-worth segments. Its overarching mission is to address the unique and diverse needs and goals of High-Net-Worth Individuals (HNWIs). </a:t>
            </a:r>
          </a:p>
          <a:p>
            <a:pPr algn="just"/>
            <a:endParaRPr lang="en-US" sz="900" dirty="0">
              <a:latin typeface="Calibri" panose="020F0502020204030204" pitchFamily="34" charset="0"/>
              <a:ea typeface="DengXian" panose="02010600030101010101" pitchFamily="2" charset="-122"/>
              <a:cs typeface="Times New Roman" panose="02020603050405020304" pitchFamily="18" charset="0"/>
            </a:endParaRPr>
          </a:p>
          <a:p>
            <a:pPr algn="just"/>
            <a:r>
              <a:rPr lang="en-US" sz="900" dirty="0">
                <a:latin typeface="Calibri" panose="020F0502020204030204" pitchFamily="34" charset="0"/>
                <a:ea typeface="DengXian" panose="02010600030101010101" pitchFamily="2" charset="-122"/>
                <a:cs typeface="Times New Roman" panose="02020603050405020304" pitchFamily="18" charset="0"/>
              </a:rPr>
              <a:t>At the heart of this mission lies the digitalization of Account Plan, a structured framework and process that enables Relationship Managers (RMs) to conduct comprehensive client assessments. It also facilitates collaboration with senior management and support teams, allowing for the customization of strategies tailored to each individual client's objectives.</a:t>
            </a:r>
          </a:p>
        </p:txBody>
      </p:sp>
      <p:pic>
        <p:nvPicPr>
          <p:cNvPr id="26" name="Picture 2" descr="Image result for DBS Bank">
            <a:extLst>
              <a:ext uri="{FF2B5EF4-FFF2-40B4-BE49-F238E27FC236}">
                <a16:creationId xmlns:a16="http://schemas.microsoft.com/office/drawing/2014/main" id="{92EB1009-C7EB-7959-C002-09CC0C794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246030"/>
            <a:ext cx="507023" cy="182351"/>
          </a:xfrm>
          <a:prstGeom prst="rect">
            <a:avLst/>
          </a:prstGeom>
          <a:noFill/>
          <a:extLst>
            <a:ext uri="{909E8E84-426E-40DD-AFC4-6F175D3DCCD1}">
              <a14:hiddenFill xmlns:a14="http://schemas.microsoft.com/office/drawing/2010/main">
                <a:solidFill>
                  <a:srgbClr val="FFFFFF"/>
                </a:solidFill>
              </a14:hiddenFill>
            </a:ext>
          </a:extLst>
        </p:spPr>
      </p:pic>
      <p:sp>
        <p:nvSpPr>
          <p:cNvPr id="29" name="Text Placeholder 5">
            <a:extLst>
              <a:ext uri="{FF2B5EF4-FFF2-40B4-BE49-F238E27FC236}">
                <a16:creationId xmlns:a16="http://schemas.microsoft.com/office/drawing/2014/main" id="{9F49B37D-0A89-434B-4FB1-04AF1C3F1757}"/>
              </a:ext>
            </a:extLst>
          </p:cNvPr>
          <p:cNvSpPr txBox="1">
            <a:spLocks/>
          </p:cNvSpPr>
          <p:nvPr/>
        </p:nvSpPr>
        <p:spPr>
          <a:xfrm>
            <a:off x="254512" y="3289892"/>
            <a:ext cx="2468880" cy="226078"/>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b="1" dirty="0"/>
              <a:t>Solution</a:t>
            </a:r>
            <a:endParaRPr lang="en-US" b="1" dirty="0"/>
          </a:p>
        </p:txBody>
      </p:sp>
      <p:sp>
        <p:nvSpPr>
          <p:cNvPr id="41" name="TextBox 40">
            <a:extLst>
              <a:ext uri="{FF2B5EF4-FFF2-40B4-BE49-F238E27FC236}">
                <a16:creationId xmlns:a16="http://schemas.microsoft.com/office/drawing/2014/main" id="{32C87713-45F1-E712-2431-81ADFDA3C042}"/>
              </a:ext>
            </a:extLst>
          </p:cNvPr>
          <p:cNvSpPr txBox="1"/>
          <p:nvPr/>
        </p:nvSpPr>
        <p:spPr>
          <a:xfrm>
            <a:off x="5501069" y="2141560"/>
            <a:ext cx="1393031" cy="184666"/>
          </a:xfrm>
          <a:prstGeom prst="rect">
            <a:avLst/>
          </a:prstGeom>
        </p:spPr>
        <p:txBody>
          <a:bodyPr wrap="square" lIns="0" tIns="0" rIns="0" bIns="0" rtlCol="0">
            <a:spAutoFit/>
          </a:bodyPr>
          <a:lstStyle/>
          <a:p>
            <a:r>
              <a:rPr lang="en-US" sz="1200" dirty="0">
                <a:ln w="3175">
                  <a:solidFill>
                    <a:schemeClr val="tx1"/>
                  </a:solidFill>
                  <a:prstDash val="solid"/>
                </a:ln>
                <a:latin typeface="Calibri" panose="020F0502020204030204" pitchFamily="34" charset="0"/>
                <a:ea typeface="DengXian" panose="02010600030101010101" pitchFamily="2" charset="-122"/>
                <a:cs typeface="Times New Roman" panose="02020603050405020304" pitchFamily="18" charset="0"/>
              </a:rPr>
              <a:t>Results &amp; Outcomes</a:t>
            </a:r>
          </a:p>
        </p:txBody>
      </p:sp>
      <p:sp>
        <p:nvSpPr>
          <p:cNvPr id="42" name="TextBox 41">
            <a:extLst>
              <a:ext uri="{FF2B5EF4-FFF2-40B4-BE49-F238E27FC236}">
                <a16:creationId xmlns:a16="http://schemas.microsoft.com/office/drawing/2014/main" id="{E29C7C0B-3325-0171-516A-F23E6637A907}"/>
              </a:ext>
            </a:extLst>
          </p:cNvPr>
          <p:cNvSpPr txBox="1"/>
          <p:nvPr/>
        </p:nvSpPr>
        <p:spPr>
          <a:xfrm>
            <a:off x="5514369" y="2429357"/>
            <a:ext cx="3557865" cy="1377300"/>
          </a:xfrm>
          <a:prstGeom prst="rect">
            <a:avLst/>
          </a:prstGeom>
        </p:spPr>
        <p:txBody>
          <a:bodyPr wrap="square" lIns="0" tIns="0" rIns="0" bIns="0" rtlCol="0">
            <a:spAutoFit/>
          </a:bodyPr>
          <a:lstStyle/>
          <a:p>
            <a:pPr marL="128588" indent="-128588">
              <a:spcAft>
                <a:spcPts val="325"/>
              </a:spcAft>
              <a:buFontTx/>
              <a:buChar char="-"/>
            </a:pPr>
            <a:r>
              <a:rPr lang="en-US" sz="900" b="1" dirty="0"/>
              <a:t>Holistic view of HNWIs :</a:t>
            </a:r>
            <a:r>
              <a:rPr lang="en-US" sz="900" dirty="0"/>
              <a:t> better learning of investment &amp; wealth needs</a:t>
            </a:r>
            <a:endParaRPr lang="en-US" sz="900" b="1" dirty="0"/>
          </a:p>
          <a:p>
            <a:pPr marL="128588" indent="-128588">
              <a:spcAft>
                <a:spcPts val="325"/>
              </a:spcAft>
              <a:buFontTx/>
              <a:buChar char="-"/>
            </a:pPr>
            <a:r>
              <a:rPr lang="en-US" sz="900" b="1" dirty="0"/>
              <a:t>Institutionalized client engagement: </a:t>
            </a:r>
            <a:r>
              <a:rPr lang="en-US" sz="900" dirty="0"/>
              <a:t>driving bank inflows and revenue</a:t>
            </a:r>
          </a:p>
          <a:p>
            <a:pPr marL="128588" indent="-128588">
              <a:spcAft>
                <a:spcPts val="325"/>
              </a:spcAft>
              <a:buFontTx/>
              <a:buChar char="-"/>
            </a:pPr>
            <a:r>
              <a:rPr lang="en-US" sz="900" b="1" dirty="0"/>
              <a:t>Enhanced employee journey: </a:t>
            </a:r>
            <a:r>
              <a:rPr lang="en-US" sz="900" dirty="0"/>
              <a:t>quicker access to information and data</a:t>
            </a:r>
          </a:p>
          <a:p>
            <a:pPr marL="128588" indent="-128588">
              <a:spcAft>
                <a:spcPts val="325"/>
              </a:spcAft>
              <a:buFontTx/>
              <a:buChar char="-"/>
            </a:pPr>
            <a:r>
              <a:rPr lang="en-US" sz="900" b="1" dirty="0"/>
              <a:t>Streamline process: </a:t>
            </a:r>
            <a:r>
              <a:rPr lang="en-US" sz="900" dirty="0"/>
              <a:t>single system for working on account plan</a:t>
            </a:r>
          </a:p>
          <a:p>
            <a:pPr marL="128588" indent="-128588">
              <a:spcAft>
                <a:spcPts val="325"/>
              </a:spcAft>
              <a:buFontTx/>
              <a:buChar char="-"/>
            </a:pPr>
            <a:r>
              <a:rPr lang="en-US" sz="900" b="1" dirty="0"/>
              <a:t>Central Monitoring Hub: </a:t>
            </a:r>
            <a:r>
              <a:rPr lang="en-US" sz="900" dirty="0"/>
              <a:t>deeper analytical insights &amp; capabilities</a:t>
            </a:r>
          </a:p>
          <a:p>
            <a:pPr marL="128588" indent="-128588">
              <a:spcAft>
                <a:spcPts val="325"/>
              </a:spcAft>
              <a:buFontTx/>
              <a:buChar char="-"/>
            </a:pPr>
            <a:r>
              <a:rPr lang="en-US" sz="900" b="1" dirty="0"/>
              <a:t>Smooth handover: </a:t>
            </a:r>
            <a:r>
              <a:rPr lang="en-US" sz="900" dirty="0"/>
              <a:t>enabling version control and history of plans</a:t>
            </a:r>
            <a:endParaRPr lang="en-US" sz="900" b="1" dirty="0"/>
          </a:p>
          <a:p>
            <a:pPr marL="128588" indent="-128588">
              <a:spcAft>
                <a:spcPts val="325"/>
              </a:spcAft>
              <a:buFontTx/>
              <a:buChar char="-"/>
            </a:pPr>
            <a:r>
              <a:rPr lang="en-US" sz="900" b="1" dirty="0"/>
              <a:t>Real-time Tracking: </a:t>
            </a:r>
            <a:r>
              <a:rPr lang="en-US" sz="900" dirty="0"/>
              <a:t>enhanced transparency &amp; communication</a:t>
            </a:r>
            <a:endParaRPr lang="en-US" sz="900" b="1" dirty="0"/>
          </a:p>
          <a:p>
            <a:pPr marL="128588" indent="-128588">
              <a:spcAft>
                <a:spcPts val="325"/>
              </a:spcAft>
              <a:buFontTx/>
              <a:buChar char="-"/>
            </a:pPr>
            <a:r>
              <a:rPr lang="en-US" sz="900" b="1" dirty="0"/>
              <a:t>Improved Customer Experience: </a:t>
            </a:r>
            <a:r>
              <a:rPr lang="en-US" sz="900" dirty="0"/>
              <a:t>increased service quality &amp; satisfaction</a:t>
            </a:r>
          </a:p>
        </p:txBody>
      </p:sp>
      <p:sp>
        <p:nvSpPr>
          <p:cNvPr id="43" name="TextBox 42">
            <a:extLst>
              <a:ext uri="{FF2B5EF4-FFF2-40B4-BE49-F238E27FC236}">
                <a16:creationId xmlns:a16="http://schemas.microsoft.com/office/drawing/2014/main" id="{E53B6601-3F07-2E14-63BB-A945AFDA7A94}"/>
              </a:ext>
            </a:extLst>
          </p:cNvPr>
          <p:cNvSpPr txBox="1"/>
          <p:nvPr/>
        </p:nvSpPr>
        <p:spPr>
          <a:xfrm>
            <a:off x="336699" y="2534909"/>
            <a:ext cx="4773386" cy="692497"/>
          </a:xfrm>
          <a:prstGeom prst="rect">
            <a:avLst/>
          </a:prstGeom>
        </p:spPr>
        <p:txBody>
          <a:bodyPr wrap="square" lIns="0" tIns="0" rIns="0" bIns="0" rtlCol="0">
            <a:spAutoFit/>
          </a:bodyPr>
          <a:lstStyle/>
          <a:p>
            <a:pPr algn="just"/>
            <a:r>
              <a:rPr lang="en-US" sz="900" dirty="0">
                <a:latin typeface="Calibri" panose="020F0502020204030204" pitchFamily="34" charset="0"/>
                <a:ea typeface="DengXian" panose="02010600030101010101" pitchFamily="2" charset="-122"/>
                <a:cs typeface="Times New Roman" panose="02020603050405020304" pitchFamily="18" charset="0"/>
              </a:rPr>
              <a:t>The existing manual handover processes, administrative burdens, decentralized client data, and segmented procedures across teams have resulted in a detrimental impact on the quality of RM advice and service delivery. This has translated into less time allocated by RMs for in-depth analysis of HNWIs, ultimately hindering their ability to provide personalized advice and deliver high-value-added services.</a:t>
            </a:r>
          </a:p>
        </p:txBody>
      </p:sp>
      <p:sp>
        <p:nvSpPr>
          <p:cNvPr id="44" name="Text Placeholder 5">
            <a:extLst>
              <a:ext uri="{FF2B5EF4-FFF2-40B4-BE49-F238E27FC236}">
                <a16:creationId xmlns:a16="http://schemas.microsoft.com/office/drawing/2014/main" id="{ABA73747-0EDE-8D09-DD3B-F00A282B3408}"/>
              </a:ext>
            </a:extLst>
          </p:cNvPr>
          <p:cNvSpPr txBox="1">
            <a:spLocks/>
          </p:cNvSpPr>
          <p:nvPr/>
        </p:nvSpPr>
        <p:spPr>
          <a:xfrm>
            <a:off x="254512" y="2275134"/>
            <a:ext cx="2468880" cy="259775"/>
          </a:xfrm>
          <a:prstGeom prst="rect">
            <a:avLst/>
          </a:prstGeom>
        </p:spPr>
        <p:txBody>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b="1" dirty="0"/>
              <a:t>Problems</a:t>
            </a:r>
            <a:endParaRPr lang="en-US" b="1" dirty="0"/>
          </a:p>
        </p:txBody>
      </p:sp>
      <p:sp>
        <p:nvSpPr>
          <p:cNvPr id="3" name="TextBox 2">
            <a:extLst>
              <a:ext uri="{FF2B5EF4-FFF2-40B4-BE49-F238E27FC236}">
                <a16:creationId xmlns:a16="http://schemas.microsoft.com/office/drawing/2014/main" id="{C0ECA33A-64A0-4695-83D3-F30FEBFE69EA}"/>
              </a:ext>
            </a:extLst>
          </p:cNvPr>
          <p:cNvSpPr txBox="1"/>
          <p:nvPr/>
        </p:nvSpPr>
        <p:spPr>
          <a:xfrm>
            <a:off x="254512" y="436508"/>
            <a:ext cx="5044487" cy="600164"/>
          </a:xfrm>
          <a:prstGeom prst="rect">
            <a:avLst/>
          </a:prstGeom>
          <a:noFill/>
        </p:spPr>
        <p:txBody>
          <a:bodyPr wrap="square">
            <a:spAutoFit/>
          </a:bodyPr>
          <a:lstStyle/>
          <a:p>
            <a:r>
              <a:rPr lang="en-US" sz="1650" b="1" dirty="0">
                <a:ea typeface="+mn-lt"/>
                <a:cs typeface="+mn-lt"/>
              </a:rPr>
              <a:t>Transforming Wealth Insights: Streamlining Account Plans for Private Banking Excellence</a:t>
            </a:r>
            <a:endParaRPr lang="en-CN" sz="1650" b="1" dirty="0"/>
          </a:p>
        </p:txBody>
      </p:sp>
      <p:sp>
        <p:nvSpPr>
          <p:cNvPr id="8" name="TextBox 7">
            <a:extLst>
              <a:ext uri="{FF2B5EF4-FFF2-40B4-BE49-F238E27FC236}">
                <a16:creationId xmlns:a16="http://schemas.microsoft.com/office/drawing/2014/main" id="{2B214944-3654-1199-11D7-51A2900F8FCD}"/>
              </a:ext>
            </a:extLst>
          </p:cNvPr>
          <p:cNvSpPr txBox="1"/>
          <p:nvPr/>
        </p:nvSpPr>
        <p:spPr>
          <a:xfrm>
            <a:off x="336699" y="3548983"/>
            <a:ext cx="4773386" cy="415498"/>
          </a:xfrm>
          <a:prstGeom prst="rect">
            <a:avLst/>
          </a:prstGeom>
        </p:spPr>
        <p:txBody>
          <a:bodyPr wrap="square" lIns="0" tIns="0" rIns="0" bIns="0" rtlCol="0">
            <a:spAutoFit/>
          </a:bodyPr>
          <a:lstStyle/>
          <a:p>
            <a:pPr algn="just"/>
            <a:r>
              <a:rPr lang="en-US" sz="900" dirty="0">
                <a:latin typeface="Calibri" panose="020F0502020204030204" pitchFamily="34" charset="0"/>
                <a:ea typeface="DengXian" panose="02010600030101010101" pitchFamily="2" charset="-122"/>
                <a:cs typeface="Times New Roman" panose="02020603050405020304" pitchFamily="18" charset="0"/>
              </a:rPr>
              <a:t>Launch a digitalized Account Plan journey, onboarding to the bank’s CRM system, integrated and connected with diverse subsystems and data sources, to streamline processes and establish a centralized platform that equips RMs with essential tools and insights.</a:t>
            </a:r>
          </a:p>
        </p:txBody>
      </p:sp>
      <p:sp>
        <p:nvSpPr>
          <p:cNvPr id="2" name="Rectangle 1">
            <a:extLst>
              <a:ext uri="{FF2B5EF4-FFF2-40B4-BE49-F238E27FC236}">
                <a16:creationId xmlns:a16="http://schemas.microsoft.com/office/drawing/2014/main" id="{86B910DD-6579-10F8-F0F0-895EBC7F9368}"/>
              </a:ext>
            </a:extLst>
          </p:cNvPr>
          <p:cNvSpPr/>
          <p:nvPr/>
        </p:nvSpPr>
        <p:spPr>
          <a:xfrm>
            <a:off x="336699" y="4001243"/>
            <a:ext cx="2519623" cy="830997"/>
          </a:xfrm>
          <a:prstGeom prst="rect">
            <a:avLst/>
          </a:prstGeom>
        </p:spPr>
        <p:txBody>
          <a:bodyPr wrap="square" lIns="0" rIns="0">
            <a:spAutoFit/>
          </a:bodyPr>
          <a:lstStyle/>
          <a:p>
            <a:pPr defTabSz="685783">
              <a:defRPr/>
            </a:pPr>
            <a:r>
              <a:rPr lang="en-US" sz="900" b="1" dirty="0">
                <a:solidFill>
                  <a:srgbClr val="222222"/>
                </a:solidFill>
                <a:latin typeface="Calibri"/>
              </a:rPr>
              <a:t>1) Streamlined journey for Front Office</a:t>
            </a:r>
          </a:p>
          <a:p>
            <a:pPr defTabSz="685783">
              <a:defRPr/>
            </a:pPr>
            <a:endParaRPr lang="en-US" sz="300" dirty="0">
              <a:solidFill>
                <a:srgbClr val="222222"/>
              </a:solidFill>
              <a:latin typeface="Calibri"/>
            </a:endParaRPr>
          </a:p>
          <a:p>
            <a:pPr marL="171450" indent="-171450" defTabSz="685783">
              <a:buFont typeface="Arial" panose="020B0604020202020204" pitchFamily="34" charset="0"/>
              <a:buChar char="•"/>
              <a:defRPr/>
            </a:pPr>
            <a:r>
              <a:rPr lang="en-US" sz="900" dirty="0">
                <a:solidFill>
                  <a:srgbClr val="222222"/>
                </a:solidFill>
                <a:latin typeface="Calibri"/>
              </a:rPr>
              <a:t>Unified 360-degree view of HNWIs</a:t>
            </a:r>
          </a:p>
          <a:p>
            <a:pPr marL="171450" indent="-171450" defTabSz="685783">
              <a:buFont typeface="Arial" panose="020B0604020202020204" pitchFamily="34" charset="0"/>
              <a:buChar char="•"/>
              <a:defRPr/>
            </a:pPr>
            <a:r>
              <a:rPr lang="en-US" sz="900" dirty="0">
                <a:solidFill>
                  <a:srgbClr val="222222"/>
                </a:solidFill>
                <a:latin typeface="Calibri"/>
              </a:rPr>
              <a:t>Seamless integration with wealth &amp; account data</a:t>
            </a:r>
          </a:p>
          <a:p>
            <a:pPr marL="171450" indent="-171450" defTabSz="685783">
              <a:buFont typeface="Arial" panose="020B0604020202020204" pitchFamily="34" charset="0"/>
              <a:buChar char="•"/>
              <a:defRPr/>
            </a:pPr>
            <a:r>
              <a:rPr lang="en-US" sz="900" dirty="0">
                <a:solidFill>
                  <a:srgbClr val="222222"/>
                </a:solidFill>
                <a:latin typeface="Calibri"/>
              </a:rPr>
              <a:t>Centralized hub for viewing Account Plans</a:t>
            </a:r>
          </a:p>
          <a:p>
            <a:pPr marL="171450" indent="-171450" defTabSz="685783">
              <a:buFont typeface="Arial" panose="020B0604020202020204" pitchFamily="34" charset="0"/>
              <a:buChar char="•"/>
              <a:defRPr/>
            </a:pPr>
            <a:r>
              <a:rPr lang="en-US" sz="900" dirty="0">
                <a:solidFill>
                  <a:srgbClr val="222222"/>
                </a:solidFill>
                <a:latin typeface="Calibri"/>
              </a:rPr>
              <a:t>Real-time updates &amp; tracking of client strategies</a:t>
            </a:r>
          </a:p>
        </p:txBody>
      </p:sp>
      <p:sp>
        <p:nvSpPr>
          <p:cNvPr id="4" name="Rectangle 3">
            <a:extLst>
              <a:ext uri="{FF2B5EF4-FFF2-40B4-BE49-F238E27FC236}">
                <a16:creationId xmlns:a16="http://schemas.microsoft.com/office/drawing/2014/main" id="{313910D5-15EB-858B-4AFC-92721AB5F46E}"/>
              </a:ext>
            </a:extLst>
          </p:cNvPr>
          <p:cNvSpPr/>
          <p:nvPr/>
        </p:nvSpPr>
        <p:spPr>
          <a:xfrm>
            <a:off x="2842682" y="4012454"/>
            <a:ext cx="2427149" cy="830997"/>
          </a:xfrm>
          <a:prstGeom prst="rect">
            <a:avLst/>
          </a:prstGeom>
        </p:spPr>
        <p:txBody>
          <a:bodyPr wrap="square" lIns="0" rIns="0">
            <a:spAutoFit/>
          </a:bodyPr>
          <a:lstStyle/>
          <a:p>
            <a:pPr defTabSz="685783">
              <a:defRPr/>
            </a:pPr>
            <a:r>
              <a:rPr lang="en-US" altLang="zh-CN" sz="900" b="1" dirty="0">
                <a:solidFill>
                  <a:srgbClr val="222222"/>
                </a:solidFill>
                <a:latin typeface="Calibri"/>
              </a:rPr>
              <a:t>2</a:t>
            </a:r>
            <a:r>
              <a:rPr lang="en-US" sz="900" b="1" dirty="0">
                <a:solidFill>
                  <a:srgbClr val="222222"/>
                </a:solidFill>
                <a:latin typeface="Calibri"/>
              </a:rPr>
              <a:t>) Centralized monitor for Executives &amp; Managers</a:t>
            </a:r>
          </a:p>
          <a:p>
            <a:pPr defTabSz="685783">
              <a:defRPr/>
            </a:pPr>
            <a:endParaRPr lang="en-US" sz="300" dirty="0">
              <a:solidFill>
                <a:srgbClr val="222222"/>
              </a:solidFill>
              <a:latin typeface="Calibri"/>
            </a:endParaRPr>
          </a:p>
          <a:p>
            <a:pPr marL="171450" indent="-171450" defTabSz="685783">
              <a:buFont typeface="Arial" panose="020B0604020202020204" pitchFamily="34" charset="0"/>
              <a:buChar char="•"/>
              <a:defRPr/>
            </a:pPr>
            <a:r>
              <a:rPr lang="en-US" sz="900" dirty="0">
                <a:solidFill>
                  <a:srgbClr val="222222"/>
                </a:solidFill>
                <a:latin typeface="Calibri"/>
              </a:rPr>
              <a:t>Efficient joint client engagement cross teams</a:t>
            </a:r>
          </a:p>
          <a:p>
            <a:pPr marL="171450" indent="-171450" defTabSz="685783">
              <a:buFont typeface="Arial" panose="020B0604020202020204" pitchFamily="34" charset="0"/>
              <a:buChar char="•"/>
              <a:defRPr/>
            </a:pPr>
            <a:r>
              <a:rPr lang="en-US" sz="900" dirty="0">
                <a:solidFill>
                  <a:srgbClr val="222222"/>
                </a:solidFill>
                <a:latin typeface="Calibri"/>
              </a:rPr>
              <a:t>Single source of controlling and monitoring</a:t>
            </a:r>
          </a:p>
          <a:p>
            <a:pPr marL="171450" indent="-171450" defTabSz="685783">
              <a:buFont typeface="Arial" panose="020B0604020202020204" pitchFamily="34" charset="0"/>
              <a:buChar char="•"/>
              <a:defRPr/>
            </a:pPr>
            <a:r>
              <a:rPr lang="en-US" sz="900" dirty="0">
                <a:solidFill>
                  <a:srgbClr val="222222"/>
                </a:solidFill>
                <a:latin typeface="Calibri"/>
              </a:rPr>
              <a:t>Accessible to specialist teams </a:t>
            </a:r>
          </a:p>
          <a:p>
            <a:pPr marL="171450" indent="-171450" defTabSz="685783">
              <a:buFont typeface="Arial" panose="020B0604020202020204" pitchFamily="34" charset="0"/>
              <a:buChar char="•"/>
              <a:defRPr/>
            </a:pPr>
            <a:r>
              <a:rPr lang="en-US" sz="900" dirty="0">
                <a:solidFill>
                  <a:srgbClr val="222222"/>
                </a:solidFill>
                <a:latin typeface="Calibri"/>
              </a:rPr>
              <a:t>Driver for cognitive banking</a:t>
            </a:r>
          </a:p>
        </p:txBody>
      </p:sp>
      <p:graphicFrame>
        <p:nvGraphicFramePr>
          <p:cNvPr id="7" name="Table 35">
            <a:extLst>
              <a:ext uri="{FF2B5EF4-FFF2-40B4-BE49-F238E27FC236}">
                <a16:creationId xmlns:a16="http://schemas.microsoft.com/office/drawing/2014/main" id="{D0349419-8E70-4538-D299-607DB208A219}"/>
              </a:ext>
            </a:extLst>
          </p:cNvPr>
          <p:cNvGraphicFramePr>
            <a:graphicFrameLocks noGrp="1"/>
          </p:cNvGraphicFramePr>
          <p:nvPr>
            <p:extLst>
              <p:ext uri="{D42A27DB-BD31-4B8C-83A1-F6EECF244321}">
                <p14:modId xmlns:p14="http://schemas.microsoft.com/office/powerpoint/2010/main" val="3917707165"/>
              </p:ext>
            </p:extLst>
          </p:nvPr>
        </p:nvGraphicFramePr>
        <p:xfrm>
          <a:off x="5723745" y="3885138"/>
          <a:ext cx="2981703" cy="1008000"/>
        </p:xfrm>
        <a:graphic>
          <a:graphicData uri="http://schemas.openxmlformats.org/drawingml/2006/table">
            <a:tbl>
              <a:tblPr firstRow="1" bandRow="1">
                <a:tableStyleId>{2D5ABB26-0587-4C30-8999-92F81FD0307C}</a:tableStyleId>
              </a:tblPr>
              <a:tblGrid>
                <a:gridCol w="2981703">
                  <a:extLst>
                    <a:ext uri="{9D8B030D-6E8A-4147-A177-3AD203B41FA5}">
                      <a16:colId xmlns:a16="http://schemas.microsoft.com/office/drawing/2014/main" val="1608003788"/>
                    </a:ext>
                  </a:extLst>
                </a:gridCol>
              </a:tblGrid>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Migration of excel records into Account Plan</a:t>
                      </a:r>
                      <a:endParaRPr lang="en-US" sz="90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0654221"/>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Established subsystem connectivity for financials, static data</a:t>
                      </a:r>
                      <a:endParaRPr lang="en-US" sz="90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1496195"/>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Stronger opportunity identification &amp; prompting capabilities</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0224979"/>
                  </a:ext>
                </a:extLst>
              </a:tr>
              <a:tr h="252000">
                <a:tc>
                  <a:txBody>
                    <a:bodyPr/>
                    <a:lstStyle/>
                    <a:p>
                      <a:pPr marL="0" marR="0" lvl="0" indent="0" algn="l" defTabSz="914400" rtl="0" eaLnBrk="1" fontAlgn="auto" latinLnBrk="0" hangingPunct="1">
                        <a:lnSpc>
                          <a:spcPct val="100000"/>
                        </a:lnSpc>
                        <a:spcBef>
                          <a:spcPts val="0"/>
                        </a:spcBef>
                        <a:spcAft>
                          <a:spcPts val="0"/>
                        </a:spcAft>
                        <a:buClr>
                          <a:schemeClr val="tx1"/>
                        </a:buClr>
                        <a:buSzTx/>
                        <a:buFontTx/>
                        <a:buNone/>
                        <a:tabLst/>
                        <a:defRPr/>
                      </a:pPr>
                      <a:r>
                        <a:rPr lang="en-US" sz="900" b="0" dirty="0">
                          <a:solidFill>
                            <a:schemeClr val="tx1"/>
                          </a:solidFill>
                        </a:rPr>
                        <a:t>Enriched client and wealth data repository</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0788351"/>
                  </a:ext>
                </a:extLst>
              </a:tr>
            </a:tbl>
          </a:graphicData>
        </a:graphic>
      </p:graphicFrame>
      <p:pic>
        <p:nvPicPr>
          <p:cNvPr id="17" name="Graphic 16" descr="Syncing cloud with solid fill">
            <a:extLst>
              <a:ext uri="{FF2B5EF4-FFF2-40B4-BE49-F238E27FC236}">
                <a16:creationId xmlns:a16="http://schemas.microsoft.com/office/drawing/2014/main" id="{05FE4E3C-D5DE-7F35-F9A9-30AC848542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13688" y="3922044"/>
            <a:ext cx="198087" cy="198087"/>
          </a:xfrm>
          <a:prstGeom prst="rect">
            <a:avLst/>
          </a:prstGeom>
        </p:spPr>
      </p:pic>
      <p:pic>
        <p:nvPicPr>
          <p:cNvPr id="18" name="Graphic 17" descr="Supply And Demand with solid fill">
            <a:extLst>
              <a:ext uri="{FF2B5EF4-FFF2-40B4-BE49-F238E27FC236}">
                <a16:creationId xmlns:a16="http://schemas.microsoft.com/office/drawing/2014/main" id="{E89527D3-5F1F-B19C-8005-A0112FBD293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13688" y="4394854"/>
            <a:ext cx="210057" cy="210057"/>
          </a:xfrm>
          <a:prstGeom prst="rect">
            <a:avLst/>
          </a:prstGeom>
        </p:spPr>
      </p:pic>
      <p:pic>
        <p:nvPicPr>
          <p:cNvPr id="27" name="Graphic 26" descr="Connections with solid fill">
            <a:extLst>
              <a:ext uri="{FF2B5EF4-FFF2-40B4-BE49-F238E27FC236}">
                <a16:creationId xmlns:a16="http://schemas.microsoft.com/office/drawing/2014/main" id="{422AE688-8E63-04E9-FB78-ECAE8D75BF6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01069" y="4165815"/>
            <a:ext cx="223323" cy="223323"/>
          </a:xfrm>
          <a:prstGeom prst="rect">
            <a:avLst/>
          </a:prstGeom>
        </p:spPr>
      </p:pic>
      <p:pic>
        <p:nvPicPr>
          <p:cNvPr id="33" name="Graphic 32" descr="Server with solid fill">
            <a:extLst>
              <a:ext uri="{FF2B5EF4-FFF2-40B4-BE49-F238E27FC236}">
                <a16:creationId xmlns:a16="http://schemas.microsoft.com/office/drawing/2014/main" id="{A09B808C-3586-C15A-C6F2-77CBB4CAA4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01719" y="4631641"/>
            <a:ext cx="242799" cy="242799"/>
          </a:xfrm>
          <a:prstGeom prst="rect">
            <a:avLst/>
          </a:prstGeom>
        </p:spPr>
      </p:pic>
      <p:sp>
        <p:nvSpPr>
          <p:cNvPr id="34" name="TextBox 33">
            <a:extLst>
              <a:ext uri="{FF2B5EF4-FFF2-40B4-BE49-F238E27FC236}">
                <a16:creationId xmlns:a16="http://schemas.microsoft.com/office/drawing/2014/main" id="{F35F1884-0ED0-07AF-62DF-632D98497783}"/>
              </a:ext>
            </a:extLst>
          </p:cNvPr>
          <p:cNvSpPr txBox="1"/>
          <p:nvPr/>
        </p:nvSpPr>
        <p:spPr>
          <a:xfrm>
            <a:off x="5505764" y="347659"/>
            <a:ext cx="3566470" cy="248401"/>
          </a:xfrm>
          <a:prstGeom prst="rect">
            <a:avLst/>
          </a:prstGeom>
        </p:spPr>
        <p:txBody>
          <a:bodyPr wrap="square" lIns="0" tIns="0" rIns="0" bIns="0" rtlCol="0">
            <a:spAutoFit/>
          </a:bodyPr>
          <a:lstStyle/>
          <a:p>
            <a:pPr algn="just">
              <a:lnSpc>
                <a:spcPct val="150000"/>
              </a:lnSpc>
            </a:pPr>
            <a:r>
              <a:rPr lang="en-US" sz="1200" dirty="0">
                <a:ln w="3175">
                  <a:solidFill>
                    <a:schemeClr val="tx1"/>
                  </a:solidFill>
                  <a:prstDash val="solid"/>
                </a:ln>
                <a:latin typeface="Calibri" panose="020F0502020204030204" pitchFamily="34" charset="0"/>
                <a:ea typeface="DengXian" panose="02010600030101010101" pitchFamily="2" charset="-122"/>
                <a:cs typeface="Times New Roman" panose="02020603050405020304" pitchFamily="18" charset="0"/>
              </a:rPr>
              <a:t>Key Activities and Engagement Highlights of BA</a:t>
            </a:r>
          </a:p>
        </p:txBody>
      </p:sp>
      <p:sp>
        <p:nvSpPr>
          <p:cNvPr id="36" name="Rectangle 35">
            <a:extLst>
              <a:ext uri="{FF2B5EF4-FFF2-40B4-BE49-F238E27FC236}">
                <a16:creationId xmlns:a16="http://schemas.microsoft.com/office/drawing/2014/main" id="{3014B4C9-423A-3390-002D-504EBC23E8C4}"/>
              </a:ext>
            </a:extLst>
          </p:cNvPr>
          <p:cNvSpPr/>
          <p:nvPr/>
        </p:nvSpPr>
        <p:spPr bwMode="auto">
          <a:xfrm>
            <a:off x="5513688" y="677847"/>
            <a:ext cx="1724088" cy="1233799"/>
          </a:xfrm>
          <a:prstGeom prst="rect">
            <a:avLst/>
          </a:prstGeom>
          <a:solidFill>
            <a:schemeClr val="accent2">
              <a:lumMod val="20000"/>
              <a:lumOff val="80000"/>
            </a:schemeClr>
          </a:solidFill>
          <a:ln>
            <a:solidFill>
              <a:schemeClr val="accent2">
                <a:lumMod val="20000"/>
                <a:lumOff val="80000"/>
              </a:schemeClr>
            </a:solidFill>
          </a:ln>
          <a:effectLst/>
        </p:spPr>
        <p:txBody>
          <a:bodyPr wrap="square" lIns="0" tIns="0" rIns="0" bIns="0" rtlCol="0" anchor="ctr"/>
          <a:lstStyle/>
          <a:p>
            <a:pPr algn="ctr"/>
            <a:endParaRPr lang="en-US" sz="1800" dirty="0">
              <a:solidFill>
                <a:schemeClr val="bg1"/>
              </a:solidFill>
              <a:latin typeface="Calibri Light" panose="020F0302020204030204" pitchFamily="34" charset="0"/>
              <a:ea typeface="Human Sans ExtraLight" charset="0"/>
              <a:cs typeface="Human Sans ExtraLight" charset="0"/>
            </a:endParaRPr>
          </a:p>
        </p:txBody>
      </p:sp>
      <p:sp>
        <p:nvSpPr>
          <p:cNvPr id="37" name="Rectangle 36">
            <a:extLst>
              <a:ext uri="{FF2B5EF4-FFF2-40B4-BE49-F238E27FC236}">
                <a16:creationId xmlns:a16="http://schemas.microsoft.com/office/drawing/2014/main" id="{8C87249E-A7FF-42FD-7449-87C9C9AF2DF3}"/>
              </a:ext>
            </a:extLst>
          </p:cNvPr>
          <p:cNvSpPr/>
          <p:nvPr/>
        </p:nvSpPr>
        <p:spPr bwMode="auto">
          <a:xfrm>
            <a:off x="7242877" y="680337"/>
            <a:ext cx="1724088" cy="1233799"/>
          </a:xfrm>
          <a:prstGeom prst="rect">
            <a:avLst/>
          </a:prstGeom>
          <a:solidFill>
            <a:schemeClr val="accent2"/>
          </a:solidFill>
          <a:ln>
            <a:solidFill>
              <a:schemeClr val="accent2">
                <a:lumMod val="20000"/>
                <a:lumOff val="80000"/>
              </a:schemeClr>
            </a:solidFill>
          </a:ln>
          <a:effectLst/>
        </p:spPr>
        <p:txBody>
          <a:bodyPr wrap="square" lIns="0" tIns="0" rIns="0" bIns="0" rtlCol="0" anchor="ctr"/>
          <a:lstStyle/>
          <a:p>
            <a:pPr algn="ctr"/>
            <a:endParaRPr lang="en-US" sz="1800" dirty="0">
              <a:solidFill>
                <a:schemeClr val="bg1"/>
              </a:solidFill>
              <a:latin typeface="Calibri Light" panose="020F0302020204030204" pitchFamily="34" charset="0"/>
              <a:ea typeface="Human Sans ExtraLight" charset="0"/>
              <a:cs typeface="Human Sans ExtraLight" charset="0"/>
            </a:endParaRPr>
          </a:p>
        </p:txBody>
      </p:sp>
      <p:sp>
        <p:nvSpPr>
          <p:cNvPr id="38" name="TextBox 37">
            <a:extLst>
              <a:ext uri="{FF2B5EF4-FFF2-40B4-BE49-F238E27FC236}">
                <a16:creationId xmlns:a16="http://schemas.microsoft.com/office/drawing/2014/main" id="{B90B05C6-AAE7-8AF0-F7C4-821EEBF0D763}"/>
              </a:ext>
            </a:extLst>
          </p:cNvPr>
          <p:cNvSpPr txBox="1"/>
          <p:nvPr/>
        </p:nvSpPr>
        <p:spPr>
          <a:xfrm>
            <a:off x="5552477" y="735863"/>
            <a:ext cx="1649601" cy="129907"/>
          </a:xfrm>
          <a:prstGeom prst="rect">
            <a:avLst/>
          </a:prstGeom>
        </p:spPr>
        <p:txBody>
          <a:bodyPr wrap="square" lIns="0" tIns="0" rIns="0" bIns="0" rtlCol="0">
            <a:spAutoFit/>
          </a:bodyPr>
          <a:lstStyle/>
          <a:p>
            <a:pPr>
              <a:lnSpc>
                <a:spcPct val="107000"/>
              </a:lnSpc>
              <a:spcAft>
                <a:spcPts val="600"/>
              </a:spcAft>
            </a:pPr>
            <a:r>
              <a:rPr lang="en-US" sz="825" b="1" dirty="0">
                <a:latin typeface="Calibri" panose="020F0502020204030204" pitchFamily="34" charset="0"/>
                <a:ea typeface="DengXian" panose="02010600030101010101" pitchFamily="2" charset="-122"/>
                <a:cs typeface="Times New Roman" panose="02020603050405020304" pitchFamily="18" charset="0"/>
              </a:rPr>
              <a:t>With Tech Lead &amp; Solution Architect</a:t>
            </a:r>
            <a:endParaRPr lang="en-US" sz="825" dirty="0">
              <a:latin typeface="Calibri" panose="020F0502020204030204" pitchFamily="34" charset="0"/>
              <a:ea typeface="DengXian" panose="02010600030101010101" pitchFamily="2" charset="-122"/>
              <a:cs typeface="Times New Roman" panose="02020603050405020304" pitchFamily="18" charset="0"/>
            </a:endParaRPr>
          </a:p>
        </p:txBody>
      </p:sp>
      <p:sp>
        <p:nvSpPr>
          <p:cNvPr id="39" name="TextBox 38">
            <a:extLst>
              <a:ext uri="{FF2B5EF4-FFF2-40B4-BE49-F238E27FC236}">
                <a16:creationId xmlns:a16="http://schemas.microsoft.com/office/drawing/2014/main" id="{44999109-2EAE-35E8-8848-A3CF18E0245B}"/>
              </a:ext>
            </a:extLst>
          </p:cNvPr>
          <p:cNvSpPr txBox="1"/>
          <p:nvPr/>
        </p:nvSpPr>
        <p:spPr>
          <a:xfrm>
            <a:off x="7293217" y="723763"/>
            <a:ext cx="1567980" cy="129907"/>
          </a:xfrm>
          <a:prstGeom prst="rect">
            <a:avLst/>
          </a:prstGeom>
        </p:spPr>
        <p:txBody>
          <a:bodyPr wrap="square" lIns="0" tIns="0" rIns="0" bIns="0" rtlCol="0">
            <a:spAutoFit/>
          </a:bodyPr>
          <a:lstStyle/>
          <a:p>
            <a:pPr>
              <a:lnSpc>
                <a:spcPct val="107000"/>
              </a:lnSpc>
              <a:spcAft>
                <a:spcPts val="600"/>
              </a:spcAft>
            </a:pPr>
            <a:r>
              <a:rPr lang="en-US" sz="825" b="1" dirty="0">
                <a:latin typeface="Calibri" panose="020F0502020204030204" pitchFamily="34" charset="0"/>
                <a:ea typeface="DengXian" panose="02010600030101010101" pitchFamily="2" charset="-122"/>
                <a:cs typeface="Times New Roman" panose="02020603050405020304" pitchFamily="18" charset="0"/>
              </a:rPr>
              <a:t>With Business and Product Owner</a:t>
            </a:r>
            <a:endParaRPr lang="en-US" sz="825" dirty="0">
              <a:latin typeface="Calibri" panose="020F0502020204030204" pitchFamily="34" charset="0"/>
              <a:ea typeface="DengXian" panose="02010600030101010101" pitchFamily="2" charset="-122"/>
              <a:cs typeface="Times New Roman" panose="02020603050405020304" pitchFamily="18" charset="0"/>
            </a:endParaRPr>
          </a:p>
        </p:txBody>
      </p:sp>
      <p:sp>
        <p:nvSpPr>
          <p:cNvPr id="40" name="TextBox 39">
            <a:extLst>
              <a:ext uri="{FF2B5EF4-FFF2-40B4-BE49-F238E27FC236}">
                <a16:creationId xmlns:a16="http://schemas.microsoft.com/office/drawing/2014/main" id="{7876267B-6F17-E91A-8D60-E6DCEA1BEA50}"/>
              </a:ext>
            </a:extLst>
          </p:cNvPr>
          <p:cNvSpPr txBox="1"/>
          <p:nvPr/>
        </p:nvSpPr>
        <p:spPr>
          <a:xfrm>
            <a:off x="5552477" y="914475"/>
            <a:ext cx="1649601" cy="937501"/>
          </a:xfrm>
          <a:prstGeom prst="rect">
            <a:avLst/>
          </a:prstGeom>
        </p:spPr>
        <p:txBody>
          <a:bodyPr wrap="square" lIns="0" tIns="0" rIns="0" bIns="0" rtlCol="0">
            <a:spAutoFit/>
          </a:bodyPr>
          <a:lstStyle/>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Helped solution analysis &amp; design</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Reviewed &amp; analyzed DB scheme</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Defined data mapping &amp; ingestion</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Verified implementation solution</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API and procedure analysis</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BE/FE integration analysis</a:t>
            </a:r>
          </a:p>
        </p:txBody>
      </p:sp>
      <p:sp>
        <p:nvSpPr>
          <p:cNvPr id="45" name="TextBox 44">
            <a:extLst>
              <a:ext uri="{FF2B5EF4-FFF2-40B4-BE49-F238E27FC236}">
                <a16:creationId xmlns:a16="http://schemas.microsoft.com/office/drawing/2014/main" id="{EE8AB327-6D5A-54DD-FF7C-26B9FE32703E}"/>
              </a:ext>
            </a:extLst>
          </p:cNvPr>
          <p:cNvSpPr txBox="1"/>
          <p:nvPr/>
        </p:nvSpPr>
        <p:spPr>
          <a:xfrm>
            <a:off x="7288002" y="915451"/>
            <a:ext cx="1649601" cy="937501"/>
          </a:xfrm>
          <a:prstGeom prst="rect">
            <a:avLst/>
          </a:prstGeom>
        </p:spPr>
        <p:txBody>
          <a:bodyPr wrap="square" lIns="0" tIns="0" rIns="0" bIns="0" rtlCol="0">
            <a:spAutoFit/>
          </a:bodyPr>
          <a:lstStyle/>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Figma and requirement alignment</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Use case and scenario analysis</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System and interface analysis</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Data ingestion and flow analysis</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Test data preparation</a:t>
            </a:r>
          </a:p>
          <a:p>
            <a:pPr marL="128588" indent="-128588">
              <a:lnSpc>
                <a:spcPct val="107000"/>
              </a:lnSpc>
              <a:spcAft>
                <a:spcPts val="225"/>
              </a:spcAft>
              <a:buFont typeface="Arial" panose="020B0604020202020204" pitchFamily="34" charset="0"/>
              <a:buChar char="•"/>
            </a:pPr>
            <a:r>
              <a:rPr lang="en-US" sz="825" dirty="0">
                <a:latin typeface="Calibri" panose="020F0502020204030204" pitchFamily="34" charset="0"/>
                <a:ea typeface="DengXian" panose="02010600030101010101" pitchFamily="2" charset="-122"/>
                <a:cs typeface="Times New Roman" panose="02020603050405020304" pitchFamily="18" charset="0"/>
              </a:rPr>
              <a:t>Deliver progress monitor &amp; control</a:t>
            </a:r>
          </a:p>
        </p:txBody>
      </p:sp>
    </p:spTree>
    <p:extLst>
      <p:ext uri="{BB962C8B-B14F-4D97-AF65-F5344CB8AC3E}">
        <p14:creationId xmlns:p14="http://schemas.microsoft.com/office/powerpoint/2010/main" val="17962767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CHANGETRACKING" val="true"/>
</p:tagLst>
</file>

<file path=ppt/tags/tag2.xml><?xml version="1.0" encoding="utf-8"?>
<p:tagLst xmlns:a="http://schemas.openxmlformats.org/drawingml/2006/main" xmlns:r="http://schemas.openxmlformats.org/officeDocument/2006/relationships" xmlns:p="http://schemas.openxmlformats.org/presentationml/2006/main">
  <p:tag name="MIO_FALLBACK_LAYOUT" val="1"/>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df8f217-8770-4a3a-9667-63ca2056eb55"/>
  <p:tag name="MIO_UPDATE" val="True"/>
  <p:tag name="MIO_VERSION" val="08.02.2022 08:06:22"/>
  <p:tag name="MIO_DBID" val="D7ED4A1B-644D-42C8-B85A-3AF7EB19A1AD"/>
  <p:tag name="MIO_LASTDOWNLOADED" val="10.02.2022 17:33:29"/>
  <p:tag name="MIO_OBJECTNAME" val="EPAM NA Master 2021.3"/>
  <p:tag name="MIO_CDID" val="b2432654-21ad-4919-b8a6-653a7f8fcbff"/>
</p:tagLst>
</file>

<file path=ppt/tags/tag3.xml><?xml version="1.0" encoding="utf-8"?>
<p:tagLst xmlns:a="http://schemas.openxmlformats.org/drawingml/2006/main" xmlns:r="http://schemas.openxmlformats.org/officeDocument/2006/relationships" xmlns:p="http://schemas.openxmlformats.org/presentationml/2006/main">
  <p:tag name="MIO_FALLBACK_LAYOUT" val="1"/>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df8f217-8770-4a3a-9667-63ca2056eb55"/>
  <p:tag name="MIO_UPDATE" val="True"/>
  <p:tag name="MIO_VERSION" val="08.02.2022 08:06:22"/>
  <p:tag name="MIO_DBID" val="D7ED4A1B-644D-42C8-B85A-3AF7EB19A1AD"/>
  <p:tag name="MIO_LASTDOWNLOADED" val="10.02.2022 17:33:29"/>
  <p:tag name="MIO_OBJECTNAME" val="EPAM NA Master 2021.3"/>
  <p:tag name="MIO_CDID" val="b2432654-21ad-4919-b8a6-653a7f8fcbff"/>
</p:tagLst>
</file>

<file path=ppt/theme/theme1.xml><?xml version="1.0" encoding="utf-8"?>
<a:theme xmlns:a="http://schemas.openxmlformats.org/drawingml/2006/main" name="6_Presale_MASTER">
  <a:themeElements>
    <a:clrScheme name="EPAM Presales">
      <a:dk1>
        <a:srgbClr val="464547"/>
      </a:dk1>
      <a:lt1>
        <a:sysClr val="window" lastClr="FFFFFF"/>
      </a:lt1>
      <a:dk2>
        <a:srgbClr val="666666"/>
      </a:dk2>
      <a:lt2>
        <a:srgbClr val="999999"/>
      </a:lt2>
      <a:accent1>
        <a:srgbClr val="222222"/>
      </a:accent1>
      <a:accent2>
        <a:srgbClr val="39C2D7"/>
      </a:accent2>
      <a:accent3>
        <a:srgbClr val="008ACF"/>
      </a:accent3>
      <a:accent4>
        <a:srgbClr val="A3C644"/>
      </a:accent4>
      <a:accent5>
        <a:srgbClr val="CEDB56"/>
      </a:accent5>
      <a:accent6>
        <a:srgbClr val="D35D47"/>
      </a:accent6>
      <a:hlink>
        <a:srgbClr val="76CDD8"/>
      </a:hlink>
      <a:folHlink>
        <a:srgbClr val="FF8500"/>
      </a:folHlink>
    </a:clrScheme>
    <a:fontScheme name="Presales">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1200" dirty="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2.xml><?xml version="1.0" encoding="utf-8"?>
<a:theme xmlns:a="http://schemas.openxmlformats.org/drawingml/2006/main" name="1_EPAM Master 2021.3">
  <a:themeElements>
    <a:clrScheme name="Custom 3">
      <a:dk1>
        <a:srgbClr val="222222"/>
      </a:dk1>
      <a:lt1>
        <a:srgbClr val="FFFFFF"/>
      </a:lt1>
      <a:dk2>
        <a:srgbClr val="A0A0A0"/>
      </a:dk2>
      <a:lt2>
        <a:srgbClr val="F6F6F6"/>
      </a:lt2>
      <a:accent1>
        <a:srgbClr val="222222"/>
      </a:accent1>
      <a:accent2>
        <a:srgbClr val="76CDD8"/>
      </a:accent2>
      <a:accent3>
        <a:srgbClr val="FFC000"/>
      </a:accent3>
      <a:accent4>
        <a:srgbClr val="445464"/>
      </a:accent4>
      <a:accent5>
        <a:srgbClr val="008ACE"/>
      </a:accent5>
      <a:accent6>
        <a:srgbClr val="38C2D7"/>
      </a:accent6>
      <a:hlink>
        <a:srgbClr val="76CDD8"/>
      </a:hlink>
      <a:folHlink>
        <a:srgbClr val="A0A0A0"/>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 name="Coral Orange">
      <a:srgbClr val="F57F41"/>
    </a:custClr>
    <a:custClr name="Tangerine">
      <a:srgbClr val="F15C44"/>
    </a:custClr>
    <a:custClr name="Gold">
      <a:srgbClr val="DBB661"/>
    </a:custClr>
    <a:custClr name="Turqoise">
      <a:srgbClr val="2A9D8E"/>
    </a:custClr>
    <a:custClr name="Ocean">
      <a:srgbClr val="209EBD"/>
    </a:custClr>
    <a:custClr name="Charcoal">
      <a:srgbClr val="264553"/>
    </a:custClr>
    <a:custClr name="Eggplant">
      <a:srgbClr val="58335E"/>
    </a:custClr>
    <a:custClr name="Grape Soda">
      <a:srgbClr val="745C97"/>
    </a:custClr>
    <a:custClr name="Wild Berry">
      <a:srgbClr val="89608E"/>
    </a:custClr>
    <a:custClr name="Taffy">
      <a:srgbClr val="8ACDEA"/>
    </a:custClr>
    <a:custClr name="Honey">
      <a:srgbClr val="EFEA5A"/>
    </a:custClr>
    <a:custClr name="Mint">
      <a:srgbClr val="2CD094"/>
    </a:custClr>
    <a:custClr name="Malibu">
      <a:srgbClr val="BAD49C"/>
    </a:custClr>
    <a:custClr name="Cotton Candy">
      <a:srgbClr val="EEB4B3"/>
    </a:custClr>
    <a:custClr name="Guava">
      <a:srgbClr val="E26D5C"/>
    </a:custClr>
  </a:custClrLst>
  <a:extLst>
    <a:ext uri="{05A4C25C-085E-4340-85A3-A5531E510DB2}">
      <thm15:themeFamily xmlns:thm15="http://schemas.microsoft.com/office/thememl/2012/main" name="PID_CaseStudy_OneSlider.potx" id="{AEA712D5-05A1-44FB-A4A1-C7CBD72FE05E}" vid="{B8FEDD16-060C-4898-A61E-054A57BBE049}"/>
    </a:ext>
  </a:extLst>
</a:theme>
</file>

<file path=ppt/theme/theme3.xml><?xml version="1.0" encoding="utf-8"?>
<a:theme xmlns:a="http://schemas.openxmlformats.org/drawingml/2006/main" name="1_EPAM Master 2021.3">
  <a:themeElements>
    <a:clrScheme name="Custom 3">
      <a:dk1>
        <a:srgbClr val="222222"/>
      </a:dk1>
      <a:lt1>
        <a:srgbClr val="FFFFFF"/>
      </a:lt1>
      <a:dk2>
        <a:srgbClr val="A0A0A0"/>
      </a:dk2>
      <a:lt2>
        <a:srgbClr val="F6F6F6"/>
      </a:lt2>
      <a:accent1>
        <a:srgbClr val="222222"/>
      </a:accent1>
      <a:accent2>
        <a:srgbClr val="76CDD8"/>
      </a:accent2>
      <a:accent3>
        <a:srgbClr val="FFC000"/>
      </a:accent3>
      <a:accent4>
        <a:srgbClr val="445464"/>
      </a:accent4>
      <a:accent5>
        <a:srgbClr val="008ACE"/>
      </a:accent5>
      <a:accent6>
        <a:srgbClr val="38C2D7"/>
      </a:accent6>
      <a:hlink>
        <a:srgbClr val="76CDD8"/>
      </a:hlink>
      <a:folHlink>
        <a:srgbClr val="A0A0A0"/>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 name="Coral Orange">
      <a:srgbClr val="F57F41"/>
    </a:custClr>
    <a:custClr name="Tangerine">
      <a:srgbClr val="F15C44"/>
    </a:custClr>
    <a:custClr name="Gold">
      <a:srgbClr val="DBB661"/>
    </a:custClr>
    <a:custClr name="Turqoise">
      <a:srgbClr val="2A9D8E"/>
    </a:custClr>
    <a:custClr name="Ocean">
      <a:srgbClr val="209EBD"/>
    </a:custClr>
    <a:custClr name="Charcoal">
      <a:srgbClr val="264553"/>
    </a:custClr>
    <a:custClr name="Eggplant">
      <a:srgbClr val="58335E"/>
    </a:custClr>
    <a:custClr name="Grape Soda">
      <a:srgbClr val="745C97"/>
    </a:custClr>
    <a:custClr name="Wild Berry">
      <a:srgbClr val="89608E"/>
    </a:custClr>
    <a:custClr name="Taffy">
      <a:srgbClr val="8ACDEA"/>
    </a:custClr>
    <a:custClr name="Honey">
      <a:srgbClr val="EFEA5A"/>
    </a:custClr>
    <a:custClr name="Mint">
      <a:srgbClr val="2CD094"/>
    </a:custClr>
    <a:custClr name="Malibu">
      <a:srgbClr val="BAD49C"/>
    </a:custClr>
    <a:custClr name="Cotton Candy">
      <a:srgbClr val="EEB4B3"/>
    </a:custClr>
    <a:custClr name="Guava">
      <a:srgbClr val="E26D5C"/>
    </a:custClr>
  </a:custClrLst>
  <a:extLst>
    <a:ext uri="{05A4C25C-085E-4340-85A3-A5531E510DB2}">
      <thm15:themeFamily xmlns:thm15="http://schemas.microsoft.com/office/thememl/2012/main" name="PID_CaseStudy_OneSlider.potx" id="{AEA712D5-05A1-44FB-A4A1-C7CBD72FE05E}" vid="{B8FEDD16-060C-4898-A61E-054A57BBE04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 Light"/>
        <a:font script="Hang" typeface="?? ??"/>
        <a:font script="Hans" typeface="?? Light"/>
        <a:font script="Hant" typeface="????"/>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
        <a:font script="Hang" typeface="?? ??"/>
        <a:font script="Hans" typeface="??"/>
        <a:font script="Hant" typeface="????"/>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a3851ed-fc80-4b91-bb48-b10b8810d5b7">
      <UserInfo>
        <DisplayName>Jaden Tang</DisplayName>
        <AccountId>65</AccountId>
        <AccountType/>
      </UserInfo>
      <UserInfo>
        <DisplayName>Krystal Li</DisplayName>
        <AccountId>88</AccountId>
        <AccountType/>
      </UserInfo>
      <UserInfo>
        <DisplayName>Sandy Corcoran</DisplayName>
        <AccountId>97</AccountId>
        <AccountType/>
      </UserInfo>
      <UserInfo>
        <DisplayName>Michael Nicholls</DisplayName>
        <AccountId>98</AccountId>
        <AccountType/>
      </UserInfo>
      <UserInfo>
        <DisplayName>Carlos Cardona</DisplayName>
        <AccountId>100</AccountId>
        <AccountType/>
      </UserInfo>
      <UserInfo>
        <DisplayName>Mark Bisker</DisplayName>
        <AccountId>102</AccountId>
        <AccountType/>
      </UserInfo>
    </SharedWithUsers>
    <TaxCatchAll xmlns="fa3851ed-fc80-4b91-bb48-b10b8810d5b7" xsi:nil="true"/>
    <lcf76f155ced4ddcb4097134ff3c332f xmlns="0134db63-ed24-4c45-986f-b5409513412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BD9ABD71EA0084289C7DC41B3947FED" ma:contentTypeVersion="13" ma:contentTypeDescription="Create a new document." ma:contentTypeScope="" ma:versionID="d83f383b7b0a8b35ea79d2389d162653">
  <xsd:schema xmlns:xsd="http://www.w3.org/2001/XMLSchema" xmlns:xs="http://www.w3.org/2001/XMLSchema" xmlns:p="http://schemas.microsoft.com/office/2006/metadata/properties" xmlns:ns2="0134db63-ed24-4c45-986f-b5409513412b" xmlns:ns3="fa3851ed-fc80-4b91-bb48-b10b8810d5b7" targetNamespace="http://schemas.microsoft.com/office/2006/metadata/properties" ma:root="true" ma:fieldsID="c76639b648ff706af76818dd37fd786b" ns2:_="" ns3:_="">
    <xsd:import namespace="0134db63-ed24-4c45-986f-b5409513412b"/>
    <xsd:import namespace="fa3851ed-fc80-4b91-bb48-b10b8810d5b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34db63-ed24-4c45-986f-b540951341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debda6a7-6b37-4000-ac6c-4fd0a96389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a3851ed-fc80-4b91-bb48-b10b8810d5b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033c3e85-0f65-496a-a76b-f7ba24830e7c}" ma:internalName="TaxCatchAll" ma:showField="CatchAllData" ma:web="fa3851ed-fc80-4b91-bb48-b10b8810d5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35393B-0D57-422D-96B4-3883630E686A}">
  <ds:schemaRefs>
    <ds:schemaRef ds:uri="http://purl.org/dc/elements/1.1/"/>
    <ds:schemaRef ds:uri="0134db63-ed24-4c45-986f-b5409513412b"/>
    <ds:schemaRef ds:uri="http://purl.org/dc/terms/"/>
    <ds:schemaRef ds:uri="http://purl.org/dc/dcmitype/"/>
    <ds:schemaRef ds:uri="http://schemas.microsoft.com/office/2006/documentManagement/types"/>
    <ds:schemaRef ds:uri="fa3851ed-fc80-4b91-bb48-b10b8810d5b7"/>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EF91C009-F69E-4389-85E8-52193A362CDA}">
  <ds:schemaRefs>
    <ds:schemaRef ds:uri="0134db63-ed24-4c45-986f-b5409513412b"/>
    <ds:schemaRef ds:uri="fa3851ed-fc80-4b91-bb48-b10b8810d5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7A103A4-1C5B-4F6F-B80C-E381C72E913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6925</TotalTime>
  <Words>452</Words>
  <Application>Microsoft Macintosh PowerPoint</Application>
  <PresentationFormat>On-screen Show (16:9)</PresentationFormat>
  <Paragraphs>50</Paragraphs>
  <Slides>1</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vt:i4>
      </vt:variant>
    </vt:vector>
  </HeadingPairs>
  <TitlesOfParts>
    <vt:vector size="8" baseType="lpstr">
      <vt:lpstr>Calibri Bold</vt:lpstr>
      <vt:lpstr>Arial</vt:lpstr>
      <vt:lpstr>Calibri</vt:lpstr>
      <vt:lpstr>Calibri Light</vt:lpstr>
      <vt:lpstr>6_Presale_MASTER</vt:lpstr>
      <vt:lpstr>1_EPAM Master 2021.3</vt:lpstr>
      <vt:lpstr>1_EPAM Master 2021.3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Engineering</dc:title>
  <dc:creator>Anait_Avetisyan</dc:creator>
  <cp:lastModifiedBy>user</cp:lastModifiedBy>
  <cp:revision>53</cp:revision>
  <dcterms:modified xsi:type="dcterms:W3CDTF">2023-09-12T08:37:51Z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0x010100CBD9ABD71EA0084289C7DC41B3947FED</vt:lpwstr>
  </property>
  <property fmtid="{D5CDD505-2E9C-101B-9397-08002B2CF9AE}" pid="3" name="RatedBy">
    <vt:lpwstr/>
  </property>
  <property fmtid="{D5CDD505-2E9C-101B-9397-08002B2CF9AE}" pid="4" name="StoryTags">
    <vt:lpwstr>58;#Azure|33e219fc-ebb9-4fb1-839d-889f67628834;#59;#Amazon Web Services / AWS|7f779689-0301-4150-a0fc-89223b176967;#60;#Google Cloud Platform / GCP|c9682c7a-a8db-427e-84c4-89f97a03b808;#81;#Pivotal Cloud Foundry / PCF|9455547c-c372-4167-be82-6b07fba18374</vt:lpwstr>
  </property>
  <property fmtid="{D5CDD505-2E9C-101B-9397-08002B2CF9AE}" pid="5" name="_dlc_DocIdItemGuid">
    <vt:lpwstr>f56f5c00-87c8-4504-9e02-cf0ba060798a</vt:lpwstr>
  </property>
  <property fmtid="{D5CDD505-2E9C-101B-9397-08002B2CF9AE}" pid="6" name="Ratings">
    <vt:lpwstr/>
  </property>
  <property fmtid="{D5CDD505-2E9C-101B-9397-08002B2CF9AE}" pid="7" name="Story">
    <vt:lpwstr>24;#Cloud|b7424bcb-9066-4208-a526-81b116889fce</vt:lpwstr>
  </property>
  <property fmtid="{D5CDD505-2E9C-101B-9397-08002B2CF9AE}" pid="8" name="LikedBy">
    <vt:lpwstr>12;#Anzhalika Levandouskaya</vt:lpwstr>
  </property>
  <property fmtid="{D5CDD505-2E9C-101B-9397-08002B2CF9AE}" pid="9" name="MediaServiceImageTags">
    <vt:lpwstr/>
  </property>
</Properties>
</file>