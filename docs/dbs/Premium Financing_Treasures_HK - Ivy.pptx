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7" r:id="rId4"/>
    <p:sldMasterId id="2147483811" r:id="rId5"/>
    <p:sldMasterId id="2147483890" r:id="rId6"/>
  </p:sldMasterIdLst>
  <p:notesMasterIdLst>
    <p:notesMasterId r:id="rId8"/>
  </p:notesMasterIdLst>
  <p:handoutMasterIdLst>
    <p:handoutMasterId r:id="rId9"/>
  </p:handoutMasterIdLst>
  <p:sldIdLst>
    <p:sldId id="267" r:id="rId7"/>
  </p:sldIdLst>
  <p:sldSz cx="9144000" cy="5143500" type="screen16x9"/>
  <p:notesSz cx="6858000" cy="2162175"/>
  <p:custDataLst>
    <p:tags r:id="rId10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ction" id="{4312018E-021D-4217-8AD4-332AE19CB91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36" userDrawn="1">
          <p15:clr>
            <a:srgbClr val="A4A3A4"/>
          </p15:clr>
        </p15:guide>
        <p15:guide id="2" pos="147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e Ravani" initials="MR" lastIdx="38" clrIdx="0">
    <p:extLst>
      <p:ext uri="{19B8F6BF-5375-455C-9EA6-DF929625EA0E}">
        <p15:presenceInfo xmlns:p15="http://schemas.microsoft.com/office/powerpoint/2012/main" userId="S::michele_ravani@epam.com::08d87063-6791-4908-90d3-0648abc9f2e0" providerId="AD"/>
      </p:ext>
    </p:extLst>
  </p:cmAuthor>
  <p:cmAuthor id="2" name="Dmitry Maizet" initials="DM" lastIdx="8" clrIdx="1">
    <p:extLst>
      <p:ext uri="{19B8F6BF-5375-455C-9EA6-DF929625EA0E}">
        <p15:presenceInfo xmlns:p15="http://schemas.microsoft.com/office/powerpoint/2012/main" userId="S::dmitry_maizet@epam.com::e72f0b6b-d0f3-49e6-8f20-ab03fb7c7945" providerId="AD"/>
      </p:ext>
    </p:extLst>
  </p:cmAuthor>
  <p:cmAuthor id="3" name="Vitalii Kukneryk" initials="VK" lastIdx="3" clrIdx="2">
    <p:extLst>
      <p:ext uri="{19B8F6BF-5375-455C-9EA6-DF929625EA0E}">
        <p15:presenceInfo xmlns:p15="http://schemas.microsoft.com/office/powerpoint/2012/main" userId="SITALII_KUKNERYK@EPAM.COM" providerId="AD"/>
      </p:ext>
    </p:extLst>
  </p:cmAuthor>
  <p:cmAuthor id="4" name="Michele Ravani (Contractor)" initials="M(" lastIdx="9" clrIdx="3">
    <p:extLst>
      <p:ext uri="{19B8F6BF-5375-455C-9EA6-DF929625EA0E}">
        <p15:presenceInfo xmlns:p15="http://schemas.microsoft.com/office/powerpoint/2012/main" userId="SICHELE_RAVANI@EPAM.COM" providerId="AD"/>
      </p:ext>
    </p:extLst>
  </p:cmAuthor>
  <p:cmAuthor id="5" name="Vitalii Kukneryk" initials="VK [2]" lastIdx="13" clrIdx="4">
    <p:extLst>
      <p:ext uri="{19B8F6BF-5375-455C-9EA6-DF929625EA0E}">
        <p15:presenceInfo xmlns:p15="http://schemas.microsoft.com/office/powerpoint/2012/main" userId="S::Vitalii_Kukneryk@epam.com::5b54964f-6830-4312-a951-0ae2356c061a" providerId="AD"/>
      </p:ext>
    </p:extLst>
  </p:cmAuthor>
  <p:cmAuthor id="6" name="Michele Ravani" initials="MR [2]" lastIdx="17" clrIdx="5">
    <p:extLst>
      <p:ext uri="{19B8F6BF-5375-455C-9EA6-DF929625EA0E}">
        <p15:presenceInfo xmlns:p15="http://schemas.microsoft.com/office/powerpoint/2012/main" userId="2fdf1540234d186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999999"/>
    <a:srgbClr val="21232E"/>
    <a:srgbClr val="30332D"/>
    <a:srgbClr val="484749"/>
    <a:srgbClr val="7F993A"/>
    <a:srgbClr val="FED143"/>
    <a:srgbClr val="39C2D7"/>
    <a:srgbClr val="1887BB"/>
    <a:srgbClr val="62A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17CA0D-A6EB-344D-B042-3AE02248FD2B}" v="763" dt="2023-09-08T02:18:44.951"/>
    <p1510:client id="{59C45161-B125-80FE-5883-36443AA95E32}" v="13" dt="2024-01-16T03:36:56.7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4452" autoAdjust="0"/>
  </p:normalViewPr>
  <p:slideViewPr>
    <p:cSldViewPr snapToGrid="0">
      <p:cViewPr varScale="1">
        <p:scale>
          <a:sx n="117" d="100"/>
          <a:sy n="117" d="100"/>
        </p:scale>
        <p:origin x="1480" y="176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736"/>
        <p:guide pos="147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y Li" userId="S::ivy_li@epam.com::e5d6e31d-e508-4d5d-b95b-b5ccfc06586d" providerId="AD" clId="Web-{59C45161-B125-80FE-5883-36443AA95E32}"/>
    <pc:docChg chg="modSld">
      <pc:chgData name="Ivy Li" userId="S::ivy_li@epam.com::e5d6e31d-e508-4d5d-b95b-b5ccfc06586d" providerId="AD" clId="Web-{59C45161-B125-80FE-5883-36443AA95E32}" dt="2024-01-16T03:36:56.713" v="9" actId="1076"/>
      <pc:docMkLst>
        <pc:docMk/>
      </pc:docMkLst>
      <pc:sldChg chg="modSp">
        <pc:chgData name="Ivy Li" userId="S::ivy_li@epam.com::e5d6e31d-e508-4d5d-b95b-b5ccfc06586d" providerId="AD" clId="Web-{59C45161-B125-80FE-5883-36443AA95E32}" dt="2024-01-16T03:36:56.713" v="9" actId="1076"/>
        <pc:sldMkLst>
          <pc:docMk/>
          <pc:sldMk cId="1796276752" sldId="267"/>
        </pc:sldMkLst>
        <pc:spChg chg="mod">
          <ac:chgData name="Ivy Li" userId="S::ivy_li@epam.com::e5d6e31d-e508-4d5d-b95b-b5ccfc06586d" providerId="AD" clId="Web-{59C45161-B125-80FE-5883-36443AA95E32}" dt="2024-01-16T03:36:56.713" v="9" actId="1076"/>
          <ac:spMkLst>
            <pc:docMk/>
            <pc:sldMk cId="1796276752" sldId="267"/>
            <ac:spMk id="30" creationId="{343E85AC-67B0-5DA0-F3AE-8E36FF4FBD36}"/>
          </ac:spMkLst>
        </pc:spChg>
        <pc:spChg chg="mod">
          <ac:chgData name="Ivy Li" userId="S::ivy_li@epam.com::e5d6e31d-e508-4d5d-b95b-b5ccfc06586d" providerId="AD" clId="Web-{59C45161-B125-80FE-5883-36443AA95E32}" dt="2024-01-16T03:36:56.588" v="7" actId="1076"/>
          <ac:spMkLst>
            <pc:docMk/>
            <pc:sldMk cId="1796276752" sldId="267"/>
            <ac:spMk id="31" creationId="{21E79367-323A-AA4E-A084-6B7F03D5D2E6}"/>
          </ac:spMkLst>
        </pc:spChg>
        <pc:spChg chg="mod">
          <ac:chgData name="Ivy Li" userId="S::ivy_li@epam.com::e5d6e31d-e508-4d5d-b95b-b5ccfc06586d" providerId="AD" clId="Web-{59C45161-B125-80FE-5883-36443AA95E32}" dt="2024-01-16T03:36:56.650" v="8" actId="1076"/>
          <ac:spMkLst>
            <pc:docMk/>
            <pc:sldMk cId="1796276752" sldId="267"/>
            <ac:spMk id="32" creationId="{1BF5410A-1783-E4B3-2DCB-76FD3B128D7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C14FC-A894-4869-A797-1EC82735D106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E97-F2BE-44DB-A57D-0C85E2CBF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9C05-63F9-4248-8E20-3ACD9DF9DE7F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4FABB-6DBE-47C4-B626-20167906F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6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refined 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22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epa.ms/stories" TargetMode="Externa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epa.ms/stories" TargetMode="Externa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F5ED-9718-6C9B-C1D9-18F669F71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06EAF-2747-FE1C-17B1-6803F5A70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CC9DD-15AE-93DA-0BD8-6252F1B4B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32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1581" y="3497580"/>
            <a:ext cx="4867275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581" y="3934043"/>
            <a:ext cx="4867275" cy="161583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50" spc="225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JANUARY 2022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421FFBE-FD73-4914-B88C-A205297E29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582" y="457574"/>
            <a:ext cx="802848" cy="2829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4" y="1474471"/>
            <a:ext cx="4323160" cy="138499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45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794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1582" y="3497581"/>
            <a:ext cx="4139456" cy="20774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581" y="3934043"/>
            <a:ext cx="2674620" cy="16158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1050" spc="225" dirty="0">
                <a:solidFill>
                  <a:schemeClr val="bg2"/>
                </a:solidFill>
                <a:effectLst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JANUARY 2022</a:t>
            </a:r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1999" y="0"/>
            <a:ext cx="4572001" cy="51435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1AA8C38-4FF3-4F33-8B0F-196D0BC791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582" y="457574"/>
            <a:ext cx="802848" cy="282942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FB842CEE-8A53-0D42-A72B-7D63B1ED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4" y="1474471"/>
            <a:ext cx="4114800" cy="138499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45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79967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1581" y="3497580"/>
            <a:ext cx="4867275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581" y="3934043"/>
            <a:ext cx="4867275" cy="161583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50" spc="225"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JANUARY 2022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E8C851A-E2E7-4523-9F42-0BB009E56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582" y="457574"/>
            <a:ext cx="802848" cy="282942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D6769452-030B-5548-B575-999D639F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4" y="1474471"/>
            <a:ext cx="4316436" cy="138499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45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0522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55" y="893279"/>
            <a:ext cx="2268635" cy="692498"/>
          </a:xfrm>
        </p:spPr>
        <p:txBody>
          <a:bodyPr wrap="square">
            <a:spAutoFit/>
          </a:bodyPr>
          <a:lstStyle>
            <a:lvl1pPr>
              <a:defRPr sz="45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64979" y="89328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4979" y="141308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64979" y="192526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4979" y="244506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4979" y="2957239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4979" y="346942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4198" y="89328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4198" y="141308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4198" y="192526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4198" y="244506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14198" y="2957239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14198" y="346942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C8558E-5624-D848-B1A3-4B79F93D0AC1}"/>
              </a:ext>
            </a:extLst>
          </p:cNvPr>
          <p:cNvCxnSpPr>
            <a:cxnSpLocks/>
          </p:cNvCxnSpPr>
          <p:nvPr userDrawn="1"/>
        </p:nvCxnSpPr>
        <p:spPr>
          <a:xfrm>
            <a:off x="2794011" y="685800"/>
            <a:ext cx="0" cy="394335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1078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55" y="893279"/>
            <a:ext cx="2268635" cy="692498"/>
          </a:xfrm>
        </p:spPr>
        <p:txBody>
          <a:bodyPr wrap="square">
            <a:spAutoFit/>
          </a:bodyPr>
          <a:lstStyle>
            <a:lvl1pPr>
              <a:defRPr sz="45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64979" y="89328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4979" y="141308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64979" y="192526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4979" y="244506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4979" y="2957239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4979" y="346942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4198" y="89328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4198" y="141308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4198" y="192526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4198" y="244506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14198" y="2957239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14198" y="346942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DCFC83-97AB-BE40-9059-9CE8B2021737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40CC96-6026-B04A-A42D-A7A8F52BBA69}"/>
              </a:ext>
            </a:extLst>
          </p:cNvPr>
          <p:cNvCxnSpPr>
            <a:cxnSpLocks/>
          </p:cNvCxnSpPr>
          <p:nvPr userDrawn="1"/>
        </p:nvCxnSpPr>
        <p:spPr>
          <a:xfrm>
            <a:off x="2794011" y="685800"/>
            <a:ext cx="0" cy="394335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E04C751-FBC9-3B46-AAD4-46BD8DFA5D32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6247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DE24B927-3EC2-4323-B375-35AD1C731AD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2503D5-C016-4D7F-83A5-0A293996B8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74065B5-82CF-0942-A54C-2DA21F896678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481E60FF-59F4-A045-B79D-392594C3A2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55" y="893279"/>
            <a:ext cx="2268635" cy="692498"/>
          </a:xfrm>
        </p:spPr>
        <p:txBody>
          <a:bodyPr wrap="square">
            <a:spAutoFit/>
          </a:bodyPr>
          <a:lstStyle>
            <a:lvl1pPr>
              <a:defRPr sz="45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107DFBB-2291-EC41-BE16-FC9C5276EA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64979" y="89328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D13EC089-F387-EA41-87D3-D7758396AE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4979" y="141308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C0E4EA0-AEC6-2040-9DC8-9823144C8D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64979" y="192526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9E3807-3E52-E344-BE1D-80D26E0087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4979" y="244506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CB1D9E5D-6DB8-F543-AD52-933C5C991D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4979" y="2957239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CAEE080-41A6-D445-8E6D-2AF68332C8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4979" y="346942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D24A6FF9-0ADC-3D4D-B95A-23ED94770A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4198" y="89328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17202BF7-08E8-0642-B5BB-1D4E28A49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4198" y="141308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1DF2E15-278E-BB41-AB8F-A0A51FACFD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4198" y="192526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770D617C-6EF1-9847-9E19-F322FAC38A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4198" y="244506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49568AB-E132-0347-B868-577B88807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14198" y="2957239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A277EC2-1880-A64A-8CD9-EAFCECD5EA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14198" y="346942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8C977B-490A-7A40-83B1-341231F1E4DA}"/>
              </a:ext>
            </a:extLst>
          </p:cNvPr>
          <p:cNvCxnSpPr>
            <a:cxnSpLocks/>
          </p:cNvCxnSpPr>
          <p:nvPr userDrawn="1"/>
        </p:nvCxnSpPr>
        <p:spPr>
          <a:xfrm>
            <a:off x="2794011" y="685800"/>
            <a:ext cx="0" cy="394335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F46579F0-C0D7-394C-ABF4-CA5A1613E04C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606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1719232"/>
            <a:ext cx="5587604" cy="692498"/>
          </a:xfrm>
        </p:spPr>
        <p:txBody>
          <a:bodyPr wrap="square">
            <a:spAutoFit/>
          </a:bodyPr>
          <a:lstStyle>
            <a:lvl1pPr>
              <a:defRPr sz="45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97BD5-071C-4070-AB48-99AEFB09E7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2571750"/>
            <a:ext cx="6474619" cy="154305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02154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B0330134-8A98-4980-8768-0A6F67408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1719232"/>
            <a:ext cx="5587604" cy="692498"/>
          </a:xfrm>
        </p:spPr>
        <p:txBody>
          <a:bodyPr wrap="square">
            <a:spAutoFit/>
          </a:bodyPr>
          <a:lstStyle>
            <a:lvl1pPr>
              <a:defRPr sz="45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5AAE230-03E7-412A-8ABA-3FCF00210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2571750"/>
            <a:ext cx="6474619" cy="1543050"/>
          </a:xfrm>
          <a:prstGeom prst="rect">
            <a:avLst/>
          </a:prstGeom>
        </p:spPr>
        <p:txBody>
          <a:bodyPr/>
          <a:lstStyle>
            <a:lvl1pPr>
              <a:defRPr sz="135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39377C-A4AF-4B79-9CA5-600FF7C9A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1E7284-C854-184C-A06D-CACC02F73E92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A1A574-71CC-6640-9BC0-9339C3ABCCC1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280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C1C81F5-54D7-4540-9257-18BFF40092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2C8D4D26-39BC-439E-9736-9CE3385DD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1719232"/>
            <a:ext cx="5587604" cy="692498"/>
          </a:xfrm>
        </p:spPr>
        <p:txBody>
          <a:bodyPr wrap="square">
            <a:spAutoFit/>
          </a:bodyPr>
          <a:lstStyle>
            <a:lvl1pPr>
              <a:defRPr sz="45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3501BA-291D-41ED-BCBD-8B23A9C86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2571750"/>
            <a:ext cx="6474619" cy="1543050"/>
          </a:xfrm>
          <a:prstGeom prst="rect">
            <a:avLst/>
          </a:prstGeom>
        </p:spPr>
        <p:txBody>
          <a:bodyPr/>
          <a:lstStyle>
            <a:lvl1pPr>
              <a:defRPr sz="135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D9AC8-F415-4F41-81BB-33EEA9AD7083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CAD51B5-4F0B-1246-8F71-7B2D95B954E2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1B932DC-E0AB-5041-A632-07A26B0EB2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060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4684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45465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684111"/>
            <a:ext cx="8455914" cy="2077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5929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315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18CE59C-541D-F946-A8DA-A4B9F8BF47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83E1B4-D017-3E4B-8268-79DFC41DB4DB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7E2E61-17F9-0842-9210-A1111E25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4D782FD-394E-974B-830A-5392AB47CB04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431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25524" y="0"/>
            <a:ext cx="4516561" cy="51435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2714625" cy="253916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180594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C0BE653-C375-415A-859B-2A7348B8E4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188" y="1200150"/>
            <a:ext cx="3743325" cy="141173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126584" y="2364452"/>
            <a:ext cx="5143502" cy="414595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41603850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365206" y="0"/>
            <a:ext cx="1778792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557E5-085D-F44F-B30C-91E51AE491D3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178E08-6B21-2843-9385-4D9886760A91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tx1"/>
                </a:solidFill>
              </a:rPr>
              <a:pPr lvl="0"/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2900"/>
            <a:ext cx="4909521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2349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5930503" y="0"/>
            <a:ext cx="3213496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557E5-085D-F44F-B30C-91E51AE491D3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178E08-6B21-2843-9385-4D9886760A91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tx1"/>
                </a:solidFill>
              </a:rPr>
              <a:pPr lvl="0"/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2900"/>
            <a:ext cx="4909521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4446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4571999" y="0"/>
            <a:ext cx="4572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55F73-BCD8-4858-BDA2-D30A6DDD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694267"/>
            <a:ext cx="3598069" cy="253916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B3700-A2AA-CC46-AB06-739575CE1198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8F2DB0F-A762-9841-A4D7-8B6F3D5251E5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tx1"/>
                </a:solidFill>
              </a:rPr>
              <a:pPr lvl="0"/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6516" y="723421"/>
            <a:ext cx="166160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200" b="1" cap="none" spc="75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28588" indent="0">
              <a:buNone/>
              <a:defRPr lang="en-US" sz="1013" smtClean="0"/>
            </a:lvl2pPr>
            <a:lvl3pPr>
              <a:defRPr lang="en-US" sz="1013" smtClean="0"/>
            </a:lvl3pPr>
            <a:lvl4pPr>
              <a:defRPr lang="en-US" sz="1013" smtClean="0"/>
            </a:lvl4pPr>
            <a:lvl5pPr>
              <a:defRPr lang="en-US" sz="1013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36515" y="2400085"/>
            <a:ext cx="166160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200" b="1" cap="none" spc="75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28588" indent="0">
              <a:buNone/>
              <a:defRPr lang="en-US" sz="1013" smtClean="0"/>
            </a:lvl2pPr>
            <a:lvl3pPr>
              <a:defRPr lang="en-US" sz="1013" smtClean="0"/>
            </a:lvl3pPr>
            <a:lvl4pPr>
              <a:defRPr lang="en-US" sz="1013" smtClean="0"/>
            </a:lvl4pPr>
            <a:lvl5pPr>
              <a:defRPr lang="en-US" sz="1013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EA3FB-C095-0948-83CD-4F812F3CA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709007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4571999" y="0"/>
            <a:ext cx="4572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3598069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33F4-4BA6-EC46-8DB3-143A95D5459A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027D5-10AF-5247-B60F-C8B2D62BC775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tx1"/>
                </a:solidFill>
              </a:rPr>
              <a:pPr lvl="0"/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148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-1/2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4571999" y="0"/>
            <a:ext cx="4572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685800"/>
            <a:ext cx="3598069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33F4-4BA6-EC46-8DB3-143A95D5459A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027D5-10AF-5247-B60F-C8B2D62BC775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tx1"/>
                </a:solidFill>
              </a:rPr>
              <a:pPr lvl="0"/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668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3226594" y="0"/>
            <a:ext cx="5917406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1" y="352425"/>
            <a:ext cx="2705195" cy="253916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tx1"/>
                </a:solidFill>
              </a:rPr>
              <a:pPr lvl="0"/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36023" y="0"/>
            <a:ext cx="5907977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03B5AFB-E799-0442-BA28-6AF5A02967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286284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3226594" y="0"/>
            <a:ext cx="5917406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1" y="693254"/>
            <a:ext cx="2705195" cy="253916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tx1"/>
                </a:solidFill>
              </a:rPr>
              <a:pPr lvl="0"/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36023" y="0"/>
            <a:ext cx="5907977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5220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1" y="0"/>
            <a:ext cx="1783556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227881" y="1200150"/>
            <a:ext cx="3598069" cy="253916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7311" y="1714500"/>
            <a:ext cx="3588639" cy="2743200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4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1" y="0"/>
            <a:ext cx="5385197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685800"/>
            <a:ext cx="3598069" cy="253916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330" y="1200150"/>
            <a:ext cx="3588639" cy="27432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02C5AA0-D8CE-634A-97A8-97B2BC7150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76211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1" y="0"/>
            <a:ext cx="1783556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227881" y="1200150"/>
            <a:ext cx="3598069" cy="253916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7311" y="1714500"/>
            <a:ext cx="3588639" cy="2743200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79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25524" y="0"/>
            <a:ext cx="2356768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1805940" cy="507831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180594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31244" y="0"/>
            <a:ext cx="6812756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145337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3226594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1BCE546-F0EF-2742-9891-475F8219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374734"/>
            <a:ext cx="2705195" cy="253916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2196D5E-2DE5-E948-A22F-E057A6B999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90288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1" y="0"/>
            <a:ext cx="5385197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695515"/>
            <a:ext cx="3598069" cy="253916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330" y="1209865"/>
            <a:ext cx="3588639" cy="222431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184C37-FA49-E94C-B478-B1492E6E7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565962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1805940" cy="507831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180594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2331244" y="0"/>
            <a:ext cx="6812756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C76E4-4D68-894E-AF17-C8188D17CE71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4E5246D-43F4-5946-BF12-EAA7EF1F6B9B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133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4571999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70CA8-AE5E-9144-B51A-3DB9B2B912F8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2E37B5-D917-F347-A92A-FFF42F041E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B879C7-3885-2143-A73F-46BF2685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2900"/>
            <a:ext cx="3598069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C884B43-5420-8A44-BD3B-D88B17EDD055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96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5930503" y="0"/>
            <a:ext cx="3213495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354"/>
            <a:ext cx="3598069" cy="253916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5E40-4D84-A94C-A4CB-F465F24AE156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D87F5D-4F0F-994A-BFA6-46BC2DD6C512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548403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365206" y="0"/>
            <a:ext cx="1778792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354"/>
            <a:ext cx="3598069" cy="253916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5E40-4D84-A94C-A4CB-F465F24AE156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D87F5D-4F0F-994A-BFA6-46BC2DD6C512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047130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703936-AD1E-BD44-91CB-919F81D7BFEC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D1BED4F-175D-FF44-A003-4A5C8D212304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090E848-D90D-3040-B1C3-7D33F1A7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695515"/>
            <a:ext cx="3598069" cy="253916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0EAA2BB-1929-1344-BB72-B8696E5C9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330" y="1209865"/>
            <a:ext cx="3588639" cy="222431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6C52A15-EBCB-2E4D-B9B0-C28E4B5B7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267556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227881" y="1200150"/>
            <a:ext cx="3598069" cy="253916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7311" y="1714500"/>
            <a:ext cx="3588639" cy="27432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4CC298-22F4-2C44-B143-5C071C1464AE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4434E4-9DFC-C54A-8FA5-A3977779F6DB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513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900" y="2065144"/>
            <a:ext cx="1805940" cy="34658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5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2900" y="2576196"/>
            <a:ext cx="1805940" cy="197294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9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60320" y="2065144"/>
            <a:ext cx="1805940" cy="34658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5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60320" y="2576196"/>
            <a:ext cx="1805940" cy="197294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9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77740" y="2065144"/>
            <a:ext cx="1805940" cy="34658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5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77740" y="2576196"/>
            <a:ext cx="1805940" cy="197294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9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95160" y="2065144"/>
            <a:ext cx="1805940" cy="34658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5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5160" y="2576196"/>
            <a:ext cx="1805940" cy="197294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9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47798" y="857250"/>
            <a:ext cx="1806179" cy="1028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60081" y="857250"/>
            <a:ext cx="1806179" cy="1028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772365" y="857250"/>
            <a:ext cx="1806179" cy="1028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984648" y="857250"/>
            <a:ext cx="1806179" cy="1028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83250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1" y="3093720"/>
            <a:ext cx="2484120" cy="184666"/>
          </a:xfrm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330" y="3376722"/>
            <a:ext cx="2474691" cy="75411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3057525" cy="257175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57525" y="0"/>
            <a:ext cx="3048000" cy="257175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05525" y="0"/>
            <a:ext cx="3048000" cy="257175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6023" y="3376722"/>
            <a:ext cx="2474691" cy="75411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4837" y="3376722"/>
            <a:ext cx="2474691" cy="75411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26594" y="3093244"/>
            <a:ext cx="2483644" cy="184666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2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04837" y="3086100"/>
            <a:ext cx="2484120" cy="184666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2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83116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15E796-86B4-4C38-A923-10DBDCC4B9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3" y="4852034"/>
            <a:ext cx="1036537" cy="6858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284250" cy="51435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286583" y="0"/>
            <a:ext cx="2284250" cy="51435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73167" y="0"/>
            <a:ext cx="2284250" cy="51435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59750" y="0"/>
            <a:ext cx="2284250" cy="51435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432762-A502-4EDF-9936-2F1B5B291C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3F49D1-094C-794E-ADD9-2E27004213E7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B996F9F-D55F-FD42-A589-2783B304344D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600" smtClean="0">
                <a:solidFill>
                  <a:schemeClr val="tx1"/>
                </a:solidFill>
              </a:rPr>
              <a:pPr lvl="0"/>
              <a:t>‹#›</a:t>
            </a:fld>
            <a:endParaRPr lang="en-US" sz="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8049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bg>
      <p:bgPr>
        <a:solidFill>
          <a:srgbClr val="ABD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660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900" y="857250"/>
            <a:ext cx="2484120" cy="445603"/>
          </a:xfrm>
        </p:spPr>
        <p:txBody>
          <a:bodyPr wrap="square">
            <a:spAutoFit/>
          </a:bodyPr>
          <a:lstStyle>
            <a:lvl1pPr>
              <a:defRPr sz="135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9940" y="857250"/>
            <a:ext cx="2484120" cy="445603"/>
          </a:xfrm>
        </p:spPr>
        <p:txBody>
          <a:bodyPr wrap="square">
            <a:spAutoFit/>
          </a:bodyPr>
          <a:lstStyle>
            <a:lvl1pPr>
              <a:defRPr sz="135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29940" y="1550670"/>
            <a:ext cx="2484120" cy="2657219"/>
          </a:xfrm>
        </p:spPr>
        <p:txBody>
          <a:bodyPr wrap="square">
            <a:spAutoFit/>
          </a:bodyPr>
          <a:lstStyle>
            <a:lvl1pPr>
              <a:defRPr sz="105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16980" y="857250"/>
            <a:ext cx="2484120" cy="445603"/>
          </a:xfrm>
        </p:spPr>
        <p:txBody>
          <a:bodyPr wrap="square">
            <a:spAutoFit/>
          </a:bodyPr>
          <a:lstStyle>
            <a:lvl1pPr>
              <a:defRPr sz="135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16980" y="1550670"/>
            <a:ext cx="2484120" cy="2657219"/>
          </a:xfrm>
        </p:spPr>
        <p:txBody>
          <a:bodyPr wrap="square">
            <a:spAutoFit/>
          </a:bodyPr>
          <a:lstStyle>
            <a:lvl1pPr>
              <a:defRPr sz="105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74046861-98EF-8743-9C12-267EC1D8E7B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42900" y="2047786"/>
            <a:ext cx="2711054" cy="10287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05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8A666C02-EA3A-C441-B424-21DB595FE3C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2900" y="3179189"/>
            <a:ext cx="2711054" cy="10287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05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</p:spTree>
    <p:extLst>
      <p:ext uri="{BB962C8B-B14F-4D97-AF65-F5344CB8AC3E}">
        <p14:creationId xmlns:p14="http://schemas.microsoft.com/office/powerpoint/2010/main" val="2278705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1FB1-EED5-E148-9A93-A29EB92D1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7298" y="915543"/>
            <a:ext cx="5919359" cy="20345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50000"/>
              </a:lnSpc>
              <a:defRPr sz="1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1F754-B893-AE42-8D75-BA81D1A9A8FF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BD9E730-867D-BF4D-8996-7605F868D97E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0D6E288-882B-514C-B335-273A187E20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grpSp>
        <p:nvGrpSpPr>
          <p:cNvPr id="8" name="Graphic 4">
            <a:extLst>
              <a:ext uri="{FF2B5EF4-FFF2-40B4-BE49-F238E27FC236}">
                <a16:creationId xmlns:a16="http://schemas.microsoft.com/office/drawing/2014/main" id="{823A4988-0868-304B-AD24-7AFF2D3D342A}"/>
              </a:ext>
            </a:extLst>
          </p:cNvPr>
          <p:cNvGrpSpPr/>
          <p:nvPr userDrawn="1"/>
        </p:nvGrpSpPr>
        <p:grpSpPr>
          <a:xfrm>
            <a:off x="370574" y="171450"/>
            <a:ext cx="981880" cy="714375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DBA4B6-758F-E547-A4C5-72E7C40C04B9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67A9479-37D0-E448-A740-1DFA8790CA9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</p:grpSp>
      <p:grpSp>
        <p:nvGrpSpPr>
          <p:cNvPr id="11" name="Graphic 4">
            <a:extLst>
              <a:ext uri="{FF2B5EF4-FFF2-40B4-BE49-F238E27FC236}">
                <a16:creationId xmlns:a16="http://schemas.microsoft.com/office/drawing/2014/main" id="{981FF5D2-40D7-B048-B33B-B448FA5F16F4}"/>
              </a:ext>
            </a:extLst>
          </p:cNvPr>
          <p:cNvGrpSpPr/>
          <p:nvPr userDrawn="1"/>
        </p:nvGrpSpPr>
        <p:grpSpPr>
          <a:xfrm rot="10800000">
            <a:off x="7819221" y="3914775"/>
            <a:ext cx="981880" cy="714375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EF95A2-728D-A049-91DE-CDD3C11B4CB1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BF97-F3E8-2C41-8D83-077454953A5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B4BAB6-FAAD-BA41-8450-398BD1279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0107" y="3465670"/>
            <a:ext cx="2116550" cy="192938"/>
          </a:xfrm>
        </p:spPr>
        <p:txBody>
          <a:bodyPr>
            <a:spAutoFit/>
          </a:bodyPr>
          <a:lstStyle>
            <a:lvl1pPr algn="r">
              <a:defRPr sz="1200" b="1">
                <a:solidFill>
                  <a:schemeClr val="accent2"/>
                </a:solidFill>
              </a:defRPr>
            </a:lvl1pPr>
            <a:lvl2pPr marL="342900" indent="0">
              <a:buNone/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88643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384716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FF8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31137FB-F149-DD41-B765-24A58A85DE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3469" y="768226"/>
            <a:ext cx="457064" cy="408952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52A47A2-EF74-7B4A-948B-354D8CBA8096}"/>
              </a:ext>
            </a:extLst>
          </p:cNvPr>
          <p:cNvSpPr txBox="1">
            <a:spLocks/>
          </p:cNvSpPr>
          <p:nvPr userDrawn="1"/>
        </p:nvSpPr>
        <p:spPr>
          <a:xfrm>
            <a:off x="2920664" y="1339783"/>
            <a:ext cx="3302674" cy="5539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3600">
                <a:solidFill>
                  <a:schemeClr val="lt1"/>
                </a:solidFill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4BDE5-32F5-E643-A4FF-D09A52DA71E1}"/>
              </a:ext>
            </a:extLst>
          </p:cNvPr>
          <p:cNvSpPr/>
          <p:nvPr userDrawn="1"/>
        </p:nvSpPr>
        <p:spPr>
          <a:xfrm>
            <a:off x="1930204" y="3768993"/>
            <a:ext cx="5283593" cy="860158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>
              <a:spcAft>
                <a:spcPts val="450"/>
              </a:spcAft>
              <a:defRPr/>
            </a:pPr>
            <a:r>
              <a:rPr lang="en-US" sz="12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This presentation was downloaded from Presales Stories. </a:t>
            </a:r>
          </a:p>
          <a:p>
            <a:pPr algn="ctr" defTabSz="685766">
              <a:defRPr/>
            </a:pPr>
            <a:r>
              <a:rPr lang="en-US" sz="12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Discover more content about EPAM’s Capabilities at </a:t>
            </a:r>
            <a:br>
              <a:rPr lang="en-US" sz="12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</a:br>
            <a:r>
              <a:rPr lang="en-US" sz="1200" b="1" u="sng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https://epa.ms/stories</a:t>
            </a:r>
            <a:endParaRPr lang="en-US" sz="1200" b="1">
              <a:solidFill>
                <a:schemeClr val="accent3">
                  <a:lumMod val="40000"/>
                  <a:lumOff val="60000"/>
                </a:schemeClr>
              </a:solidFill>
              <a:latin typeface="Calibri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01F7317-9450-7F4E-8CF4-A6FAE6DBDD15}"/>
              </a:ext>
            </a:extLst>
          </p:cNvPr>
          <p:cNvSpPr txBox="1">
            <a:spLocks/>
          </p:cNvSpPr>
          <p:nvPr userDrawn="1"/>
        </p:nvSpPr>
        <p:spPr>
          <a:xfrm>
            <a:off x="2176138" y="2125837"/>
            <a:ext cx="4791725" cy="120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800" b="0">
                <a:solidFill>
                  <a:schemeClr val="bg1"/>
                </a:solidFill>
                <a:latin typeface="Calibri Light" panose="020F0302020204030204" pitchFamily="34" charset="0"/>
              </a:rPr>
              <a:t>All provided material can only be used under NDA</a:t>
            </a:r>
            <a:br>
              <a:rPr lang="en-US" sz="18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1800" b="0">
                <a:solidFill>
                  <a:schemeClr val="bg1"/>
                </a:solidFill>
                <a:latin typeface="Calibri Light" panose="020F0302020204030204" pitchFamily="34" charset="0"/>
              </a:rPr>
              <a:t>Slides can Contain Confidential Notes</a:t>
            </a:r>
            <a:br>
              <a:rPr lang="en-US" sz="18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1800" b="0">
                <a:solidFill>
                  <a:schemeClr val="bg1"/>
                </a:solidFill>
                <a:latin typeface="Calibri Light" panose="020F0302020204030204" pitchFamily="34" charset="0"/>
              </a:rPr>
              <a:t>Don’t Share As PPT</a:t>
            </a:r>
          </a:p>
        </p:txBody>
      </p:sp>
    </p:spTree>
    <p:extLst>
      <p:ext uri="{BB962C8B-B14F-4D97-AF65-F5344CB8AC3E}">
        <p14:creationId xmlns:p14="http://schemas.microsoft.com/office/powerpoint/2010/main" val="29903728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2156252"/>
            <a:ext cx="4148138" cy="830997"/>
          </a:xfrm>
        </p:spPr>
        <p:txBody>
          <a:bodyPr wrap="square">
            <a:spAutoFit/>
          </a:bodyPr>
          <a:lstStyle>
            <a:lvl1pPr>
              <a:defRPr sz="54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30503" y="1714500"/>
            <a:ext cx="2870597" cy="1929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30503" y="2060005"/>
            <a:ext cx="2870597" cy="21707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35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Victoria Morrison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503" y="2279543"/>
            <a:ext cx="2870597" cy="1688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Head of Marketing EMEA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0503" y="2745805"/>
            <a:ext cx="2870597" cy="1688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victoria_morrison@epam.com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30503" y="2961003"/>
            <a:ext cx="2870597" cy="1688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30503" y="3429000"/>
            <a:ext cx="2870597" cy="87980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4B6A1A-ED6A-490A-AA56-15684042F07D}"/>
              </a:ext>
            </a:extLst>
          </p:cNvPr>
          <p:cNvCxnSpPr/>
          <p:nvPr userDrawn="1"/>
        </p:nvCxnSpPr>
        <p:spPr>
          <a:xfrm>
            <a:off x="5210175" y="1714500"/>
            <a:ext cx="0" cy="2651023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988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885825"/>
            <a:ext cx="3320078" cy="830997"/>
          </a:xfrm>
        </p:spPr>
        <p:txBody>
          <a:bodyPr wrap="square">
            <a:spAutoFit/>
          </a:bodyPr>
          <a:lstStyle>
            <a:lvl1pPr>
              <a:defRPr sz="54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5997" y="2038075"/>
            <a:ext cx="2870597" cy="1929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997" y="2383581"/>
            <a:ext cx="2870597" cy="21707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35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Victoria Morrison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997" y="2603119"/>
            <a:ext cx="2870597" cy="1688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Head of Marketing EMEA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997" y="3069381"/>
            <a:ext cx="2870597" cy="1688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victoria_morrison@epam.com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5997" y="3284578"/>
            <a:ext cx="2870597" cy="1688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5997" y="3752575"/>
            <a:ext cx="2870597" cy="87980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D26DCF78-A14C-7743-94BB-7E13C2AD86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999" y="0"/>
            <a:ext cx="4572001" cy="51435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006459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1581" y="3497580"/>
            <a:ext cx="4867275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581" y="3934043"/>
            <a:ext cx="4867275" cy="161583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50" spc="225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JANUARY 2022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421FFBE-FD73-4914-B88C-A205297E29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582" y="457574"/>
            <a:ext cx="802848" cy="2829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4" y="1474471"/>
            <a:ext cx="4323160" cy="138499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45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794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1582" y="3497581"/>
            <a:ext cx="4139456" cy="20774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581" y="3934043"/>
            <a:ext cx="2674620" cy="16158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1050" spc="225" dirty="0">
                <a:solidFill>
                  <a:schemeClr val="bg2"/>
                </a:solidFill>
                <a:effectLst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JANUARY 2022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1999" y="0"/>
            <a:ext cx="4572001" cy="51435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1AA8C38-4FF3-4F33-8B0F-196D0BC791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582" y="457574"/>
            <a:ext cx="802848" cy="282942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FB842CEE-8A53-0D42-A72B-7D63B1ED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4" y="1474471"/>
            <a:ext cx="4114800" cy="138499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45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9967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1581" y="3497580"/>
            <a:ext cx="4867275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581" y="3934043"/>
            <a:ext cx="4867275" cy="161583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50" spc="225"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JANUARY 2022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E8C851A-E2E7-4523-9F42-0BB009E56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582" y="457574"/>
            <a:ext cx="802848" cy="282942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D6769452-030B-5548-B575-999D639F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4" y="1474471"/>
            <a:ext cx="4316436" cy="138499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45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522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55" y="893279"/>
            <a:ext cx="2268635" cy="692498"/>
          </a:xfrm>
        </p:spPr>
        <p:txBody>
          <a:bodyPr wrap="square">
            <a:spAutoFit/>
          </a:bodyPr>
          <a:lstStyle>
            <a:lvl1pPr>
              <a:defRPr sz="45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64979" y="89328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4979" y="141308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64979" y="192526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4979" y="244506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4979" y="2957239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4979" y="346942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4198" y="89328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4198" y="141308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4198" y="192526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4198" y="244506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14198" y="2957239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14198" y="346942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C8558E-5624-D848-B1A3-4B79F93D0AC1}"/>
              </a:ext>
            </a:extLst>
          </p:cNvPr>
          <p:cNvCxnSpPr>
            <a:cxnSpLocks/>
          </p:cNvCxnSpPr>
          <p:nvPr userDrawn="1"/>
        </p:nvCxnSpPr>
        <p:spPr>
          <a:xfrm>
            <a:off x="2794011" y="685800"/>
            <a:ext cx="0" cy="394335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1078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55" y="893279"/>
            <a:ext cx="2268635" cy="692498"/>
          </a:xfrm>
        </p:spPr>
        <p:txBody>
          <a:bodyPr wrap="square">
            <a:spAutoFit/>
          </a:bodyPr>
          <a:lstStyle>
            <a:lvl1pPr>
              <a:defRPr sz="45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64979" y="89328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4979" y="141308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64979" y="192526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4979" y="244506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4979" y="2957239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4979" y="346942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4198" y="89328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4198" y="141308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4198" y="192526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4198" y="244506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14198" y="2957239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14198" y="346942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DCFC83-97AB-BE40-9059-9CE8B2021737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40CC96-6026-B04A-A42D-A7A8F52BBA69}"/>
              </a:ext>
            </a:extLst>
          </p:cNvPr>
          <p:cNvCxnSpPr>
            <a:cxnSpLocks/>
          </p:cNvCxnSpPr>
          <p:nvPr userDrawn="1"/>
        </p:nvCxnSpPr>
        <p:spPr>
          <a:xfrm>
            <a:off x="2794011" y="685800"/>
            <a:ext cx="0" cy="394335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E04C751-FBC9-3B46-AAD4-46BD8DFA5D32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6247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DE24B927-3EC2-4323-B375-35AD1C731AD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2503D5-C016-4D7F-83A5-0A293996B8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74065B5-82CF-0942-A54C-2DA21F896678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481E60FF-59F4-A045-B79D-392594C3A2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55" y="893279"/>
            <a:ext cx="2268635" cy="692498"/>
          </a:xfrm>
        </p:spPr>
        <p:txBody>
          <a:bodyPr wrap="square">
            <a:spAutoFit/>
          </a:bodyPr>
          <a:lstStyle>
            <a:lvl1pPr>
              <a:defRPr sz="45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107DFBB-2291-EC41-BE16-FC9C5276EA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64979" y="89328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D13EC089-F387-EA41-87D3-D7758396AE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4979" y="141308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C0E4EA0-AEC6-2040-9DC8-9823144C8D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64979" y="192526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9E3807-3E52-E344-BE1D-80D26E0087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4979" y="244506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CB1D9E5D-6DB8-F543-AD52-933C5C991D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4979" y="2957239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CAEE080-41A6-D445-8E6D-2AF68332C8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4979" y="3469420"/>
            <a:ext cx="374196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D24A6FF9-0ADC-3D4D-B95A-23ED94770A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4198" y="89328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17202BF7-08E8-0642-B5BB-1D4E28A49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4198" y="141308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1DF2E15-278E-BB41-AB8F-A0A51FACFD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4198" y="192526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770D617C-6EF1-9847-9E19-F322FAC38A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4198" y="244506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49568AB-E132-0347-B868-577B88807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14198" y="2957239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A277EC2-1880-A64A-8CD9-EAFCECD5EA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14198" y="3469420"/>
            <a:ext cx="3415903" cy="241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8C977B-490A-7A40-83B1-341231F1E4DA}"/>
              </a:ext>
            </a:extLst>
          </p:cNvPr>
          <p:cNvCxnSpPr>
            <a:cxnSpLocks/>
          </p:cNvCxnSpPr>
          <p:nvPr userDrawn="1"/>
        </p:nvCxnSpPr>
        <p:spPr>
          <a:xfrm>
            <a:off x="2794011" y="685800"/>
            <a:ext cx="0" cy="394335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F46579F0-C0D7-394C-ABF4-CA5A1613E04C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606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1719232"/>
            <a:ext cx="5587604" cy="692498"/>
          </a:xfrm>
        </p:spPr>
        <p:txBody>
          <a:bodyPr wrap="square">
            <a:spAutoFit/>
          </a:bodyPr>
          <a:lstStyle>
            <a:lvl1pPr>
              <a:defRPr sz="45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97BD5-071C-4070-AB48-99AEFB09E7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2571750"/>
            <a:ext cx="6474619" cy="1543050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02154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B0330134-8A98-4980-8768-0A6F67408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1719232"/>
            <a:ext cx="5587604" cy="692498"/>
          </a:xfrm>
        </p:spPr>
        <p:txBody>
          <a:bodyPr wrap="square">
            <a:spAutoFit/>
          </a:bodyPr>
          <a:lstStyle>
            <a:lvl1pPr>
              <a:defRPr sz="45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5AAE230-03E7-412A-8ABA-3FCF00210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2571750"/>
            <a:ext cx="6474619" cy="1543050"/>
          </a:xfrm>
          <a:prstGeom prst="rect">
            <a:avLst/>
          </a:prstGeom>
        </p:spPr>
        <p:txBody>
          <a:bodyPr/>
          <a:lstStyle>
            <a:lvl1pPr>
              <a:defRPr sz="135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39377C-A4AF-4B79-9CA5-600FF7C9A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1E7284-C854-184C-A06D-CACC02F73E92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A1A574-71CC-6640-9BC0-9339C3ABCCC1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280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C1C81F5-54D7-4540-9257-18BFF40092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2C8D4D26-39BC-439E-9736-9CE3385DD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1719232"/>
            <a:ext cx="5587604" cy="692498"/>
          </a:xfrm>
        </p:spPr>
        <p:txBody>
          <a:bodyPr wrap="square">
            <a:spAutoFit/>
          </a:bodyPr>
          <a:lstStyle>
            <a:lvl1pPr>
              <a:defRPr sz="45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3501BA-291D-41ED-BCBD-8B23A9C86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2571750"/>
            <a:ext cx="6474619" cy="1543050"/>
          </a:xfrm>
          <a:prstGeom prst="rect">
            <a:avLst/>
          </a:prstGeom>
        </p:spPr>
        <p:txBody>
          <a:bodyPr/>
          <a:lstStyle>
            <a:lvl1pPr>
              <a:defRPr sz="135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D9AC8-F415-4F41-81BB-33EEA9AD7083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CAD51B5-4F0B-1246-8F71-7B2D95B954E2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1B932DC-E0AB-5041-A632-07A26B0EB2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060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4684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45465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684111"/>
            <a:ext cx="8455914" cy="2077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5929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315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18CE59C-541D-F946-A8DA-A4B9F8BF47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83E1B4-D017-3E4B-8268-79DFC41DB4DB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7E2E61-17F9-0842-9210-A1111E25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4D782FD-394E-974B-830A-5392AB47CB04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431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25524" y="0"/>
            <a:ext cx="4516561" cy="51435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2714625" cy="253916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180594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C0BE653-C375-415A-859B-2A7348B8E4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188" y="1200150"/>
            <a:ext cx="3743325" cy="141173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126584" y="2364452"/>
            <a:ext cx="5143502" cy="414595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41603850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365206" y="0"/>
            <a:ext cx="1778792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557E5-085D-F44F-B30C-91E51AE491D3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178E08-6B21-2843-9385-4D9886760A91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tx1"/>
                </a:solidFill>
              </a:rPr>
              <a:pPr lvl="0"/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2900"/>
            <a:ext cx="4909521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2349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5930503" y="0"/>
            <a:ext cx="3213496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557E5-085D-F44F-B30C-91E51AE491D3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178E08-6B21-2843-9385-4D9886760A91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tx1"/>
                </a:solidFill>
              </a:rPr>
              <a:pPr lvl="0"/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2900"/>
            <a:ext cx="4909521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4446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4571999" y="0"/>
            <a:ext cx="4572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55F73-BCD8-4858-BDA2-D30A6DDD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694267"/>
            <a:ext cx="3598069" cy="253916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B3700-A2AA-CC46-AB06-739575CE1198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8F2DB0F-A762-9841-A4D7-8B6F3D5251E5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tx1"/>
                </a:solidFill>
              </a:rPr>
              <a:pPr lvl="0"/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6516" y="723421"/>
            <a:ext cx="166160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200" b="1" cap="none" spc="75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28588" indent="0">
              <a:buNone/>
              <a:defRPr lang="en-US" sz="1013" smtClean="0"/>
            </a:lvl2pPr>
            <a:lvl3pPr>
              <a:defRPr lang="en-US" sz="1013" smtClean="0"/>
            </a:lvl3pPr>
            <a:lvl4pPr>
              <a:defRPr lang="en-US" sz="1013" smtClean="0"/>
            </a:lvl4pPr>
            <a:lvl5pPr>
              <a:defRPr lang="en-US" sz="1013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36515" y="2400085"/>
            <a:ext cx="166160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200" b="1" cap="none" spc="75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28588" indent="0">
              <a:buNone/>
              <a:defRPr lang="en-US" sz="1013" smtClean="0"/>
            </a:lvl2pPr>
            <a:lvl3pPr>
              <a:defRPr lang="en-US" sz="1013" smtClean="0"/>
            </a:lvl3pPr>
            <a:lvl4pPr>
              <a:defRPr lang="en-US" sz="1013" smtClean="0"/>
            </a:lvl4pPr>
            <a:lvl5pPr>
              <a:defRPr lang="en-US" sz="1013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EA3FB-C095-0948-83CD-4F812F3CA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709007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4571999" y="0"/>
            <a:ext cx="4572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3598069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33F4-4BA6-EC46-8DB3-143A95D5459A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027D5-10AF-5247-B60F-C8B2D62BC775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tx1"/>
                </a:solidFill>
              </a:rPr>
              <a:pPr lvl="0"/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148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-1/2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4571999" y="0"/>
            <a:ext cx="4572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685800"/>
            <a:ext cx="3598069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33F4-4BA6-EC46-8DB3-143A95D5459A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027D5-10AF-5247-B60F-C8B2D62BC775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tx1"/>
                </a:solidFill>
              </a:rPr>
              <a:pPr lvl="0"/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668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3226594" y="0"/>
            <a:ext cx="5917406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1" y="352425"/>
            <a:ext cx="2705195" cy="253916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tx1"/>
                </a:solidFill>
              </a:rPr>
              <a:pPr lvl="0"/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36023" y="0"/>
            <a:ext cx="5907977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03B5AFB-E799-0442-BA28-6AF5A02967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286284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3226594" y="0"/>
            <a:ext cx="5917406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1" y="693254"/>
            <a:ext cx="2705195" cy="253916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tx1"/>
                </a:solidFill>
              </a:rPr>
              <a:pPr lvl="0"/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36023" y="0"/>
            <a:ext cx="5907977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5220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1" y="0"/>
            <a:ext cx="1783556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227881" y="1200150"/>
            <a:ext cx="3598069" cy="253916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7311" y="1714500"/>
            <a:ext cx="3588639" cy="2743200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4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1" y="0"/>
            <a:ext cx="5385197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685800"/>
            <a:ext cx="3598069" cy="253916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330" y="1200150"/>
            <a:ext cx="3588639" cy="27432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02C5AA0-D8CE-634A-97A8-97B2BC7150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76211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1" y="0"/>
            <a:ext cx="1783556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227881" y="1200150"/>
            <a:ext cx="3598069" cy="253916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7311" y="1714500"/>
            <a:ext cx="3588639" cy="2743200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79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25524" y="0"/>
            <a:ext cx="2356768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1805940" cy="507831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180594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31244" y="0"/>
            <a:ext cx="6812756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145337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3226594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1BCE546-F0EF-2742-9891-475F8219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374734"/>
            <a:ext cx="2705195" cy="253916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2196D5E-2DE5-E948-A22F-E057A6B999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90288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1" y="0"/>
            <a:ext cx="5385197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695515"/>
            <a:ext cx="3598069" cy="253916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330" y="1209865"/>
            <a:ext cx="3588639" cy="222431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184C37-FA49-E94C-B478-B1492E6E7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565962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1805940" cy="507831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180594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2331244" y="0"/>
            <a:ext cx="6812756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C76E4-4D68-894E-AF17-C8188D17CE71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4E5246D-43F4-5946-BF12-EAA7EF1F6B9B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133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4571999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70CA8-AE5E-9144-B51A-3DB9B2B912F8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2E37B5-D917-F347-A92A-FFF42F041E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B879C7-3885-2143-A73F-46BF2685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2900"/>
            <a:ext cx="3598069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C884B43-5420-8A44-BD3B-D88B17EDD055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96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5930503" y="0"/>
            <a:ext cx="3213495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354"/>
            <a:ext cx="3598069" cy="253916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5E40-4D84-A94C-A4CB-F465F24AE156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D87F5D-4F0F-994A-BFA6-46BC2DD6C512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548403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365206" y="0"/>
            <a:ext cx="1778792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354"/>
            <a:ext cx="3598069" cy="253916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5E40-4D84-A94C-A4CB-F465F24AE156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D87F5D-4F0F-994A-BFA6-46BC2DD6C512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047130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703936-AD1E-BD44-91CB-919F81D7BFEC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D1BED4F-175D-FF44-A003-4A5C8D212304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090E848-D90D-3040-B1C3-7D33F1A7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695515"/>
            <a:ext cx="3598069" cy="253916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0EAA2BB-1929-1344-BB72-B8696E5C9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330" y="1209865"/>
            <a:ext cx="3588639" cy="222431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6C52A15-EBCB-2E4D-B9B0-C28E4B5B7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267556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227881" y="1200150"/>
            <a:ext cx="3598069" cy="253916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7311" y="1714500"/>
            <a:ext cx="3588639" cy="27432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4CC298-22F4-2C44-B143-5C071C1464AE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4434E4-9DFC-C54A-8FA5-A3977779F6DB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513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  <a:prstGeom prst="rect">
            <a:avLst/>
          </a:prstGeo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900" y="2065144"/>
            <a:ext cx="1805940" cy="34658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5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2900" y="2576196"/>
            <a:ext cx="1805940" cy="197294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9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60320" y="2065144"/>
            <a:ext cx="1805940" cy="34658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5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60320" y="2576196"/>
            <a:ext cx="1805940" cy="197294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9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77740" y="2065144"/>
            <a:ext cx="1805940" cy="34658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5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77740" y="2576196"/>
            <a:ext cx="1805940" cy="197294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9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95160" y="2065144"/>
            <a:ext cx="1805940" cy="34658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5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5160" y="2576196"/>
            <a:ext cx="1805940" cy="197294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9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47798" y="857250"/>
            <a:ext cx="1806179" cy="1028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60081" y="857250"/>
            <a:ext cx="1806179" cy="1028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772365" y="857250"/>
            <a:ext cx="1806179" cy="1028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984648" y="857250"/>
            <a:ext cx="1806179" cy="1028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83250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1" y="3093720"/>
            <a:ext cx="2484120" cy="184666"/>
          </a:xfrm>
        </p:spPr>
        <p:txBody>
          <a:bodyPr>
            <a:spAutoFit/>
          </a:bodyPr>
          <a:lstStyle>
            <a:lvl1pPr>
              <a:defRPr sz="12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330" y="3376722"/>
            <a:ext cx="2474691" cy="75411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3057525" cy="257175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57525" y="0"/>
            <a:ext cx="3048000" cy="257175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05525" y="0"/>
            <a:ext cx="3048000" cy="257175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6023" y="3376722"/>
            <a:ext cx="2474691" cy="75411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4837" y="3376722"/>
            <a:ext cx="2474691" cy="75411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26594" y="3093244"/>
            <a:ext cx="2483644" cy="184666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2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04837" y="3086100"/>
            <a:ext cx="2484120" cy="184666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2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83116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15E796-86B4-4C38-A923-10DBDCC4B9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3" y="4852034"/>
            <a:ext cx="1036537" cy="6858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284250" cy="51435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286583" y="0"/>
            <a:ext cx="2284250" cy="51435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73167" y="0"/>
            <a:ext cx="2284250" cy="51435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59750" y="0"/>
            <a:ext cx="2284250" cy="51435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432762-A502-4EDF-9936-2F1B5B291C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3F49D1-094C-794E-ADD9-2E27004213E7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B996F9F-D55F-FD42-A589-2783B304344D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600" smtClean="0">
                <a:solidFill>
                  <a:schemeClr val="tx1"/>
                </a:solidFill>
              </a:rPr>
              <a:pPr lvl="0"/>
              <a:t>‹#›</a:t>
            </a:fld>
            <a:endParaRPr lang="en-US" sz="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8049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bg>
      <p:bgPr>
        <a:solidFill>
          <a:srgbClr val="ABD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660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</p:spPr>
        <p:txBody>
          <a:bodyPr/>
          <a:lstStyle>
            <a:lvl1pPr>
              <a:defRPr sz="75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900" y="857250"/>
            <a:ext cx="2484120" cy="445603"/>
          </a:xfrm>
        </p:spPr>
        <p:txBody>
          <a:bodyPr wrap="square">
            <a:spAutoFit/>
          </a:bodyPr>
          <a:lstStyle>
            <a:lvl1pPr>
              <a:defRPr sz="135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9940" y="857250"/>
            <a:ext cx="2484120" cy="445603"/>
          </a:xfrm>
        </p:spPr>
        <p:txBody>
          <a:bodyPr wrap="square">
            <a:spAutoFit/>
          </a:bodyPr>
          <a:lstStyle>
            <a:lvl1pPr>
              <a:defRPr sz="135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29940" y="1550670"/>
            <a:ext cx="2484120" cy="2657219"/>
          </a:xfrm>
        </p:spPr>
        <p:txBody>
          <a:bodyPr wrap="square">
            <a:spAutoFit/>
          </a:bodyPr>
          <a:lstStyle>
            <a:lvl1pPr>
              <a:defRPr sz="105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16980" y="857250"/>
            <a:ext cx="2484120" cy="445603"/>
          </a:xfrm>
        </p:spPr>
        <p:txBody>
          <a:bodyPr wrap="square">
            <a:spAutoFit/>
          </a:bodyPr>
          <a:lstStyle>
            <a:lvl1pPr>
              <a:defRPr sz="135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16980" y="1550670"/>
            <a:ext cx="2484120" cy="2657219"/>
          </a:xfrm>
        </p:spPr>
        <p:txBody>
          <a:bodyPr wrap="square">
            <a:spAutoFit/>
          </a:bodyPr>
          <a:lstStyle>
            <a:lvl1pPr>
              <a:defRPr sz="105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74046861-98EF-8743-9C12-267EC1D8E7B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42900" y="2047786"/>
            <a:ext cx="2711054" cy="10287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05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8A666C02-EA3A-C441-B424-21DB595FE3C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2900" y="3179189"/>
            <a:ext cx="2711054" cy="10287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05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</p:spTree>
    <p:extLst>
      <p:ext uri="{BB962C8B-B14F-4D97-AF65-F5344CB8AC3E}">
        <p14:creationId xmlns:p14="http://schemas.microsoft.com/office/powerpoint/2010/main" val="2278705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1FB1-EED5-E148-9A93-A29EB92D1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7298" y="915543"/>
            <a:ext cx="5919359" cy="20345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50000"/>
              </a:lnSpc>
              <a:defRPr sz="1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1F754-B893-AE42-8D75-BA81D1A9A8FF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BD9E730-867D-BF4D-8996-7605F868D97E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>
                <a:solidFill>
                  <a:schemeClr val="bg1"/>
                </a:solidFill>
              </a:rPr>
              <a:pPr lvl="0"/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0D6E288-882B-514C-B335-273A187E20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grpSp>
        <p:nvGrpSpPr>
          <p:cNvPr id="8" name="Graphic 4">
            <a:extLst>
              <a:ext uri="{FF2B5EF4-FFF2-40B4-BE49-F238E27FC236}">
                <a16:creationId xmlns:a16="http://schemas.microsoft.com/office/drawing/2014/main" id="{823A4988-0868-304B-AD24-7AFF2D3D342A}"/>
              </a:ext>
            </a:extLst>
          </p:cNvPr>
          <p:cNvGrpSpPr/>
          <p:nvPr userDrawn="1"/>
        </p:nvGrpSpPr>
        <p:grpSpPr>
          <a:xfrm>
            <a:off x="370574" y="171450"/>
            <a:ext cx="981880" cy="714375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DBA4B6-758F-E547-A4C5-72E7C40C04B9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67A9479-37D0-E448-A740-1DFA8790CA9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</p:grpSp>
      <p:grpSp>
        <p:nvGrpSpPr>
          <p:cNvPr id="11" name="Graphic 4">
            <a:extLst>
              <a:ext uri="{FF2B5EF4-FFF2-40B4-BE49-F238E27FC236}">
                <a16:creationId xmlns:a16="http://schemas.microsoft.com/office/drawing/2014/main" id="{981FF5D2-40D7-B048-B33B-B448FA5F16F4}"/>
              </a:ext>
            </a:extLst>
          </p:cNvPr>
          <p:cNvGrpSpPr/>
          <p:nvPr userDrawn="1"/>
        </p:nvGrpSpPr>
        <p:grpSpPr>
          <a:xfrm rot="10800000">
            <a:off x="7819221" y="3914775"/>
            <a:ext cx="981880" cy="714375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EF95A2-728D-A049-91DE-CDD3C11B4CB1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BF97-F3E8-2C41-8D83-077454953A5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B4BAB6-FAAD-BA41-8450-398BD1279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0107" y="3465670"/>
            <a:ext cx="2116550" cy="192938"/>
          </a:xfrm>
        </p:spPr>
        <p:txBody>
          <a:bodyPr>
            <a:spAutoFit/>
          </a:bodyPr>
          <a:lstStyle>
            <a:lvl1pPr algn="r">
              <a:defRPr sz="1200" b="1">
                <a:solidFill>
                  <a:schemeClr val="accent2"/>
                </a:solidFill>
              </a:defRPr>
            </a:lvl1pPr>
            <a:lvl2pPr marL="342900" indent="0">
              <a:buNone/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886430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3847166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FF8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31137FB-F149-DD41-B765-24A58A85DE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3469" y="768226"/>
            <a:ext cx="457064" cy="408952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52A47A2-EF74-7B4A-948B-354D8CBA8096}"/>
              </a:ext>
            </a:extLst>
          </p:cNvPr>
          <p:cNvSpPr txBox="1">
            <a:spLocks/>
          </p:cNvSpPr>
          <p:nvPr userDrawn="1"/>
        </p:nvSpPr>
        <p:spPr>
          <a:xfrm>
            <a:off x="2920664" y="1339783"/>
            <a:ext cx="3302674" cy="5539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3600">
                <a:solidFill>
                  <a:schemeClr val="lt1"/>
                </a:solidFill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4BDE5-32F5-E643-A4FF-D09A52DA71E1}"/>
              </a:ext>
            </a:extLst>
          </p:cNvPr>
          <p:cNvSpPr/>
          <p:nvPr userDrawn="1"/>
        </p:nvSpPr>
        <p:spPr>
          <a:xfrm>
            <a:off x="1930204" y="3768993"/>
            <a:ext cx="5283593" cy="860158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>
              <a:spcAft>
                <a:spcPts val="450"/>
              </a:spcAft>
              <a:defRPr/>
            </a:pPr>
            <a:r>
              <a:rPr lang="en-US" sz="12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This presentation was downloaded from Presales Stories. </a:t>
            </a:r>
          </a:p>
          <a:p>
            <a:pPr algn="ctr" defTabSz="685766">
              <a:defRPr/>
            </a:pPr>
            <a:r>
              <a:rPr lang="en-US" sz="12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Discover more content about EPAM’s Capabilities at </a:t>
            </a:r>
            <a:br>
              <a:rPr lang="en-US" sz="12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</a:br>
            <a:r>
              <a:rPr lang="en-US" sz="1200" b="1" u="sng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https://epa.ms/stories</a:t>
            </a:r>
            <a:endParaRPr lang="en-US" sz="1200" b="1">
              <a:solidFill>
                <a:schemeClr val="accent3">
                  <a:lumMod val="40000"/>
                  <a:lumOff val="60000"/>
                </a:schemeClr>
              </a:solidFill>
              <a:latin typeface="Calibri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01F7317-9450-7F4E-8CF4-A6FAE6DBDD15}"/>
              </a:ext>
            </a:extLst>
          </p:cNvPr>
          <p:cNvSpPr txBox="1">
            <a:spLocks/>
          </p:cNvSpPr>
          <p:nvPr userDrawn="1"/>
        </p:nvSpPr>
        <p:spPr>
          <a:xfrm>
            <a:off x="2176138" y="2125837"/>
            <a:ext cx="4791725" cy="120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800" b="0">
                <a:solidFill>
                  <a:schemeClr val="bg1"/>
                </a:solidFill>
                <a:latin typeface="Calibri Light" panose="020F0302020204030204" pitchFamily="34" charset="0"/>
              </a:rPr>
              <a:t>All provided material can only be used under NDA</a:t>
            </a:r>
            <a:br>
              <a:rPr lang="en-US" sz="18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1800" b="0">
                <a:solidFill>
                  <a:schemeClr val="bg1"/>
                </a:solidFill>
                <a:latin typeface="Calibri Light" panose="020F0302020204030204" pitchFamily="34" charset="0"/>
              </a:rPr>
              <a:t>Slides can Contain Confidential Notes</a:t>
            </a:r>
            <a:br>
              <a:rPr lang="en-US" sz="18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1800" b="0">
                <a:solidFill>
                  <a:schemeClr val="bg1"/>
                </a:solidFill>
                <a:latin typeface="Calibri Light" panose="020F0302020204030204" pitchFamily="34" charset="0"/>
              </a:rPr>
              <a:t>Don’t Share As PPT</a:t>
            </a:r>
          </a:p>
        </p:txBody>
      </p:sp>
    </p:spTree>
    <p:extLst>
      <p:ext uri="{BB962C8B-B14F-4D97-AF65-F5344CB8AC3E}">
        <p14:creationId xmlns:p14="http://schemas.microsoft.com/office/powerpoint/2010/main" val="299037285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2156252"/>
            <a:ext cx="4148138" cy="830997"/>
          </a:xfrm>
        </p:spPr>
        <p:txBody>
          <a:bodyPr wrap="square">
            <a:spAutoFit/>
          </a:bodyPr>
          <a:lstStyle>
            <a:lvl1pPr>
              <a:defRPr sz="54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30503" y="1714500"/>
            <a:ext cx="2870597" cy="1929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30503" y="2060005"/>
            <a:ext cx="2870597" cy="21707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35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Victoria Morrison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503" y="2279543"/>
            <a:ext cx="2870597" cy="1688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Head of Marketing EMEA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0503" y="2745805"/>
            <a:ext cx="2870597" cy="1688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victoria_morrison@epam.com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30503" y="2961003"/>
            <a:ext cx="2870597" cy="1688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30503" y="3429000"/>
            <a:ext cx="2870597" cy="87980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4B6A1A-ED6A-490A-AA56-15684042F07D}"/>
              </a:ext>
            </a:extLst>
          </p:cNvPr>
          <p:cNvCxnSpPr/>
          <p:nvPr userDrawn="1"/>
        </p:nvCxnSpPr>
        <p:spPr>
          <a:xfrm>
            <a:off x="5210175" y="1714500"/>
            <a:ext cx="0" cy="2651023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988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18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885825"/>
            <a:ext cx="3320078" cy="830997"/>
          </a:xfrm>
        </p:spPr>
        <p:txBody>
          <a:bodyPr wrap="square">
            <a:spAutoFit/>
          </a:bodyPr>
          <a:lstStyle>
            <a:lvl1pPr>
              <a:defRPr sz="54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5997" y="2038075"/>
            <a:ext cx="2870597" cy="1929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997" y="2383581"/>
            <a:ext cx="2870597" cy="21707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35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Victoria Morrison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997" y="2603119"/>
            <a:ext cx="2870597" cy="1688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Head of Marketing EMEA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997" y="3069381"/>
            <a:ext cx="2870597" cy="1688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victoria_morrison@epam.com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5997" y="3284578"/>
            <a:ext cx="2870597" cy="16884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5997" y="3752575"/>
            <a:ext cx="2870597" cy="87980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D26DCF78-A14C-7743-94BB-7E13C2AD86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999" y="0"/>
            <a:ext cx="4572001" cy="51435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006459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9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22.xml"/><Relationship Id="rId34" Type="http://schemas.openxmlformats.org/officeDocument/2006/relationships/slideLayout" Target="../slideLayouts/slideLayout35.xml"/><Relationship Id="rId42" Type="http://schemas.openxmlformats.org/officeDocument/2006/relationships/slideLayout" Target="../slideLayouts/slideLayout43.xml"/><Relationship Id="rId47" Type="http://schemas.openxmlformats.org/officeDocument/2006/relationships/image" Target="../media/image2.png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41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32.xml"/><Relationship Id="rId44" Type="http://schemas.openxmlformats.org/officeDocument/2006/relationships/slideLayout" Target="../slideLayouts/slideLayout45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6.xml"/><Relationship Id="rId43" Type="http://schemas.openxmlformats.org/officeDocument/2006/relationships/slideLayout" Target="../slideLayouts/slideLayout44.xml"/><Relationship Id="rId48" Type="http://schemas.openxmlformats.org/officeDocument/2006/relationships/image" Target="../media/image3.svg"/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34.xml"/><Relationship Id="rId38" Type="http://schemas.openxmlformats.org/officeDocument/2006/relationships/slideLayout" Target="../slideLayouts/slideLayout39.xml"/><Relationship Id="rId46" Type="http://schemas.openxmlformats.org/officeDocument/2006/relationships/tags" Target="../tags/tag2.xml"/><Relationship Id="rId20" Type="http://schemas.openxmlformats.org/officeDocument/2006/relationships/slideLayout" Target="../slideLayouts/slideLayout21.xml"/><Relationship Id="rId41" Type="http://schemas.openxmlformats.org/officeDocument/2006/relationships/slideLayout" Target="../slideLayouts/slideLayout4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9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7.xml"/><Relationship Id="rId47" Type="http://schemas.openxmlformats.org/officeDocument/2006/relationships/image" Target="../media/image2.png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4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82.xml"/><Relationship Id="rId40" Type="http://schemas.openxmlformats.org/officeDocument/2006/relationships/slideLayout" Target="../slideLayouts/slideLayout85.xml"/><Relationship Id="rId45" Type="http://schemas.openxmlformats.org/officeDocument/2006/relationships/theme" Target="../theme/theme3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76.xml"/><Relationship Id="rId44" Type="http://schemas.openxmlformats.org/officeDocument/2006/relationships/slideLayout" Target="../slideLayouts/slideLayout89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80.xml"/><Relationship Id="rId43" Type="http://schemas.openxmlformats.org/officeDocument/2006/relationships/slideLayout" Target="../slideLayouts/slideLayout88.xml"/><Relationship Id="rId48" Type="http://schemas.openxmlformats.org/officeDocument/2006/relationships/image" Target="../media/image3.svg"/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83.xml"/><Relationship Id="rId46" Type="http://schemas.openxmlformats.org/officeDocument/2006/relationships/tags" Target="../tags/tag3.xml"/><Relationship Id="rId20" Type="http://schemas.openxmlformats.org/officeDocument/2006/relationships/slideLayout" Target="../slideLayouts/slideLayout65.xml"/><Relationship Id="rId41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60365" y="225589"/>
            <a:ext cx="8426449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Please add slide headline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FD31D0D5-85D1-4212-977C-BDE0519F2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3442" y="4826640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900" b="0" i="0">
                <a:solidFill>
                  <a:srgbClr val="474648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75DCCA-8D50-4444-96D5-61FB20C63FB0}"/>
              </a:ext>
            </a:extLst>
          </p:cNvPr>
          <p:cNvSpPr txBox="1"/>
          <p:nvPr userDrawn="1"/>
        </p:nvSpPr>
        <p:spPr>
          <a:xfrm>
            <a:off x="937710" y="4910310"/>
            <a:ext cx="1321620" cy="161581"/>
          </a:xfrm>
          <a:prstGeom prst="rect">
            <a:avLst/>
          </a:prstGeom>
          <a:noFill/>
        </p:spPr>
        <p:txBody>
          <a:bodyPr wrap="square" lIns="68526" tIns="34289" rIns="68526" bIns="34289" rtlCol="0">
            <a:spAutoFit/>
          </a:bodyPr>
          <a:lstStyle/>
          <a:p>
            <a:pPr marL="0" marR="0" lvl="0" indent="0" algn="l" defTabSz="3425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spc="15">
                <a:solidFill>
                  <a:srgbClr val="474648"/>
                </a:solidFill>
                <a:cs typeface="Trebuchet MS"/>
              </a:rPr>
              <a:t>CONFIDENTIAL. </a:t>
            </a:r>
            <a:r>
              <a:rPr lang="en-US" sz="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Copyright © 2019</a:t>
            </a:r>
            <a:endParaRPr lang="en-US" sz="600" kern="0" spc="15">
              <a:solidFill>
                <a:srgbClr val="474648"/>
              </a:solidFill>
              <a:cs typeface="Trebuchet M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585780B-226B-4A38-AFF3-E0B74E309CC9}"/>
              </a:ext>
            </a:extLst>
          </p:cNvPr>
          <p:cNvCxnSpPr/>
          <p:nvPr userDrawn="1"/>
        </p:nvCxnSpPr>
        <p:spPr>
          <a:xfrm>
            <a:off x="935169" y="4921758"/>
            <a:ext cx="0" cy="123444"/>
          </a:xfrm>
          <a:prstGeom prst="line">
            <a:avLst/>
          </a:prstGeom>
          <a:ln w="3175" cmpd="sng">
            <a:solidFill>
              <a:srgbClr val="4746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7618809-B596-42D8-86B4-C163D47D09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02" y="4873819"/>
            <a:ext cx="527040" cy="263966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2872A7-07EE-484E-86AC-1C5DE9E0C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364" y="1079500"/>
            <a:ext cx="8426443" cy="3663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51862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</p:sldLayoutIdLst>
  <p:hf hdr="0" ftr="0" dt="0"/>
  <p:txStyles>
    <p:titleStyle>
      <a:lvl1pPr algn="l" defTabSz="914378" rtl="0" eaLnBrk="1" latinLnBrk="0" hangingPunct="1">
        <a:lnSpc>
          <a:spcPct val="100000"/>
        </a:lnSpc>
        <a:spcBef>
          <a:spcPct val="0"/>
        </a:spcBef>
        <a:buNone/>
        <a:defRPr sz="2000" b="0" kern="1200" cap="none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8" rtl="0" eaLnBrk="1" latinLnBrk="0" hangingPunct="1">
        <a:lnSpc>
          <a:spcPts val="1600"/>
        </a:lnSpc>
        <a:spcBef>
          <a:spcPts val="264"/>
        </a:spcBef>
        <a:spcAft>
          <a:spcPts val="3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6" indent="-182876" algn="l" defTabSz="914378" rtl="0" eaLnBrk="1" latinLnBrk="0" hangingPunct="1">
        <a:lnSpc>
          <a:spcPct val="10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23" indent="-171446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09" indent="-285743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indent="0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orient="horz" pos="338">
          <p15:clr>
            <a:srgbClr val="F26B43"/>
          </p15:clr>
        </p15:guide>
        <p15:guide id="3" orient="horz" pos="680">
          <p15:clr>
            <a:srgbClr val="F26B43"/>
          </p15:clr>
        </p15:guide>
        <p15:guide id="4" pos="226">
          <p15:clr>
            <a:srgbClr val="F26B43"/>
          </p15:clr>
        </p15:guide>
        <p15:guide id="5" pos="5535">
          <p15:clr>
            <a:srgbClr val="F26B43"/>
          </p15:clr>
        </p15:guide>
        <p15:guide id="6" orient="horz" pos="896">
          <p15:clr>
            <a:srgbClr val="F26B43"/>
          </p15:clr>
        </p15:guide>
        <p15:guide id="7" pos="2736">
          <p15:clr>
            <a:srgbClr val="F26B43"/>
          </p15:clr>
        </p15:guide>
        <p15:guide id="8" pos="3024">
          <p15:clr>
            <a:srgbClr val="F26B43"/>
          </p15:clr>
        </p15:guide>
        <p15:guide id="9" orient="horz" pos="2988">
          <p15:clr>
            <a:srgbClr val="F26B43"/>
          </p15:clr>
        </p15:guide>
        <p15:guide id="10" orient="horz" pos="3084">
          <p15:clr>
            <a:srgbClr val="F26B43"/>
          </p15:clr>
        </p15:guide>
        <p15:guide id="11" orient="horz" pos="31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1" y="342900"/>
            <a:ext cx="8458199" cy="3429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369E08-22C8-4CA0-8BC3-06B27EF31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29" y="885826"/>
            <a:ext cx="8455913" cy="37433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Edit Master text styles</a:t>
            </a:r>
          </a:p>
          <a:p>
            <a:pPr marL="137160" marR="0" lvl="1" indent="-13716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274320" marR="0" lvl="2" indent="-13716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/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/>
              <a:pPr lvl="0"/>
              <a:t>‹#›</a:t>
            </a:fld>
            <a:endParaRPr lang="en-US" sz="750"/>
          </a:p>
        </p:txBody>
      </p:sp>
      <p:sp>
        <p:nvSpPr>
          <p:cNvPr id="3" name="empower - DO NOT DELETE!!!" hidden="1">
            <a:extLst>
              <a:ext uri="{FF2B5EF4-FFF2-40B4-BE49-F238E27FC236}">
                <a16:creationId xmlns:a16="http://schemas.microsoft.com/office/drawing/2014/main" id="{A35F69B3-CEEB-4767-9F70-13BF0ADECAA9}"/>
              </a:ext>
            </a:extLst>
          </p:cNvPr>
          <p:cNvSpPr/>
          <p:nvPr userDrawn="1">
            <p:custDataLst>
              <p:tags r:id="rId46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64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  <p:sldLayoutId id="2147483830" r:id="rId19"/>
    <p:sldLayoutId id="2147483831" r:id="rId20"/>
    <p:sldLayoutId id="2147483832" r:id="rId21"/>
    <p:sldLayoutId id="2147483833" r:id="rId22"/>
    <p:sldLayoutId id="2147483834" r:id="rId23"/>
    <p:sldLayoutId id="2147483835" r:id="rId24"/>
    <p:sldLayoutId id="2147483836" r:id="rId25"/>
    <p:sldLayoutId id="2147483837" r:id="rId26"/>
    <p:sldLayoutId id="2147483838" r:id="rId27"/>
    <p:sldLayoutId id="2147483839" r:id="rId28"/>
    <p:sldLayoutId id="2147483840" r:id="rId29"/>
    <p:sldLayoutId id="2147483841" r:id="rId30"/>
    <p:sldLayoutId id="2147483842" r:id="rId31"/>
    <p:sldLayoutId id="2147483843" r:id="rId32"/>
    <p:sldLayoutId id="2147483844" r:id="rId33"/>
    <p:sldLayoutId id="2147483845" r:id="rId34"/>
    <p:sldLayoutId id="2147483846" r:id="rId35"/>
    <p:sldLayoutId id="2147483847" r:id="rId36"/>
    <p:sldLayoutId id="2147483848" r:id="rId37"/>
    <p:sldLayoutId id="2147483849" r:id="rId38"/>
    <p:sldLayoutId id="2147483850" r:id="rId39"/>
    <p:sldLayoutId id="2147483851" r:id="rId40"/>
    <p:sldLayoutId id="2147483852" r:id="rId41"/>
    <p:sldLayoutId id="2147483853" r:id="rId42"/>
    <p:sldLayoutId id="2147483854" r:id="rId43"/>
    <p:sldLayoutId id="2147483855" r:id="rId44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650" b="1" i="0" kern="120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None/>
        <a:defRPr sz="9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Char char="•"/>
        <a:defRPr sz="9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Char char="•"/>
        <a:defRPr sz="9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Char char="•"/>
        <a:defRPr sz="9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Char char="•"/>
        <a:defRPr sz="9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2" userDrawn="1">
          <p15:clr>
            <a:srgbClr val="F26B43"/>
          </p15:clr>
        </p15:guide>
        <p15:guide id="16" orient="horz" pos="108" userDrawn="1">
          <p15:clr>
            <a:srgbClr val="F26B43"/>
          </p15:clr>
        </p15:guide>
        <p15:guide id="17" orient="horz" pos="234" userDrawn="1">
          <p15:clr>
            <a:srgbClr val="F26B43"/>
          </p15:clr>
        </p15:guide>
        <p15:guide id="19" orient="horz" pos="432" userDrawn="1">
          <p15:clr>
            <a:srgbClr val="F26B43"/>
          </p15:clr>
        </p15:guide>
        <p15:guide id="20" orient="horz" pos="558" userDrawn="1">
          <p15:clr>
            <a:srgbClr val="F26B43"/>
          </p15:clr>
        </p15:guide>
        <p15:guide id="41" orient="horz" pos="2916" userDrawn="1">
          <p15:clr>
            <a:srgbClr val="F26B43"/>
          </p15:clr>
        </p15:guide>
        <p15:guide id="43" orient="horz" pos="3132" userDrawn="1">
          <p15:clr>
            <a:srgbClr val="F26B43"/>
          </p15:clr>
        </p15:guide>
        <p15:guide id="56" orient="horz" userDrawn="1">
          <p15:clr>
            <a:srgbClr val="F26B43"/>
          </p15:clr>
        </p15:guide>
        <p15:guide id="57" orient="horz" pos="3240" userDrawn="1">
          <p15:clr>
            <a:srgbClr val="F26B43"/>
          </p15:clr>
        </p15:guide>
        <p15:guide id="58" orient="horz" pos="3024" userDrawn="1">
          <p15:clr>
            <a:srgbClr val="F26B43"/>
          </p15:clr>
        </p15:guide>
        <p15:guide id="59" pos="216" userDrawn="1">
          <p15:clr>
            <a:srgbClr val="F26B43"/>
          </p15:clr>
        </p15:guide>
        <p15:guide id="61" pos="5544" userDrawn="1">
          <p15:clr>
            <a:srgbClr val="F26B43"/>
          </p15:clr>
        </p15:guide>
        <p15:guide id="64" pos="1016" userDrawn="1">
          <p15:clr>
            <a:srgbClr val="F26B43"/>
          </p15:clr>
        </p15:guide>
        <p15:guide id="65" pos="1124" userDrawn="1">
          <p15:clr>
            <a:srgbClr val="F26B43"/>
          </p15:clr>
        </p15:guide>
        <p15:guide id="68" pos="2033" userDrawn="1">
          <p15:clr>
            <a:srgbClr val="F26B43"/>
          </p15:clr>
        </p15:guide>
        <p15:guide id="69" pos="1926" userDrawn="1">
          <p15:clr>
            <a:srgbClr val="F26B43"/>
          </p15:clr>
        </p15:guide>
        <p15:guide id="72" pos="2829" userDrawn="1">
          <p15:clr>
            <a:srgbClr val="F26B43"/>
          </p15:clr>
        </p15:guide>
        <p15:guide id="73" pos="2939" userDrawn="1">
          <p15:clr>
            <a:srgbClr val="F26B43"/>
          </p15:clr>
        </p15:guide>
        <p15:guide id="76" pos="3846" userDrawn="1">
          <p15:clr>
            <a:srgbClr val="F26B43"/>
          </p15:clr>
        </p15:guide>
        <p15:guide id="77" pos="3736" userDrawn="1">
          <p15:clr>
            <a:srgbClr val="F26B43"/>
          </p15:clr>
        </p15:guide>
        <p15:guide id="80" pos="4640" userDrawn="1">
          <p15:clr>
            <a:srgbClr val="F26B43"/>
          </p15:clr>
        </p15:guide>
        <p15:guide id="81" pos="47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1" y="342900"/>
            <a:ext cx="8458199" cy="3429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42901" y="4829176"/>
            <a:ext cx="405405" cy="142874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369E08-22C8-4CA0-8BC3-06B27EF31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29" y="885826"/>
            <a:ext cx="8455913" cy="37433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Edit Master text styles</a:t>
            </a:r>
          </a:p>
          <a:p>
            <a:pPr marL="137160" marR="0" lvl="1" indent="-13716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274320" marR="0" lvl="2" indent="-13716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7879404" y="4804943"/>
            <a:ext cx="704864" cy="1642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sz="450"/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8623571" y="4804943"/>
            <a:ext cx="182199" cy="1642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750" smtClean="0"/>
              <a:pPr lvl="0"/>
              <a:t>‹#›</a:t>
            </a:fld>
            <a:endParaRPr lang="en-US" sz="750"/>
          </a:p>
        </p:txBody>
      </p:sp>
      <p:sp>
        <p:nvSpPr>
          <p:cNvPr id="3" name="empower - DO NOT DELETE!!!" hidden="1">
            <a:extLst>
              <a:ext uri="{FF2B5EF4-FFF2-40B4-BE49-F238E27FC236}">
                <a16:creationId xmlns:a16="http://schemas.microsoft.com/office/drawing/2014/main" id="{A35F69B3-CEEB-4767-9F70-13BF0ADECAA9}"/>
              </a:ext>
            </a:extLst>
          </p:cNvPr>
          <p:cNvSpPr/>
          <p:nvPr userDrawn="1">
            <p:custDataLst>
              <p:tags r:id="rId46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64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  <p:sldLayoutId id="2147483902" r:id="rId12"/>
    <p:sldLayoutId id="2147483903" r:id="rId13"/>
    <p:sldLayoutId id="2147483904" r:id="rId14"/>
    <p:sldLayoutId id="2147483905" r:id="rId15"/>
    <p:sldLayoutId id="2147483906" r:id="rId16"/>
    <p:sldLayoutId id="2147483907" r:id="rId17"/>
    <p:sldLayoutId id="2147483908" r:id="rId18"/>
    <p:sldLayoutId id="2147483909" r:id="rId19"/>
    <p:sldLayoutId id="2147483910" r:id="rId20"/>
    <p:sldLayoutId id="2147483911" r:id="rId21"/>
    <p:sldLayoutId id="2147483912" r:id="rId22"/>
    <p:sldLayoutId id="2147483913" r:id="rId23"/>
    <p:sldLayoutId id="2147483914" r:id="rId24"/>
    <p:sldLayoutId id="2147483915" r:id="rId25"/>
    <p:sldLayoutId id="2147483916" r:id="rId26"/>
    <p:sldLayoutId id="2147483917" r:id="rId27"/>
    <p:sldLayoutId id="2147483918" r:id="rId28"/>
    <p:sldLayoutId id="2147483919" r:id="rId29"/>
    <p:sldLayoutId id="2147483920" r:id="rId30"/>
    <p:sldLayoutId id="2147483921" r:id="rId31"/>
    <p:sldLayoutId id="2147483922" r:id="rId32"/>
    <p:sldLayoutId id="2147483923" r:id="rId33"/>
    <p:sldLayoutId id="2147483924" r:id="rId34"/>
    <p:sldLayoutId id="2147483925" r:id="rId35"/>
    <p:sldLayoutId id="2147483926" r:id="rId36"/>
    <p:sldLayoutId id="2147483927" r:id="rId37"/>
    <p:sldLayoutId id="2147483928" r:id="rId38"/>
    <p:sldLayoutId id="2147483929" r:id="rId39"/>
    <p:sldLayoutId id="2147483930" r:id="rId40"/>
    <p:sldLayoutId id="2147483931" r:id="rId41"/>
    <p:sldLayoutId id="2147483932" r:id="rId42"/>
    <p:sldLayoutId id="2147483933" r:id="rId43"/>
    <p:sldLayoutId id="2147483934" r:id="rId44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650" b="1" i="0" kern="120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None/>
        <a:defRPr sz="9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Char char="•"/>
        <a:defRPr sz="9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Char char="•"/>
        <a:defRPr sz="9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Char char="•"/>
        <a:defRPr sz="9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Char char="•"/>
        <a:defRPr sz="9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2" userDrawn="1">
          <p15:clr>
            <a:srgbClr val="F26B43"/>
          </p15:clr>
        </p15:guide>
        <p15:guide id="16" orient="horz" pos="108" userDrawn="1">
          <p15:clr>
            <a:srgbClr val="F26B43"/>
          </p15:clr>
        </p15:guide>
        <p15:guide id="17" orient="horz" pos="234" userDrawn="1">
          <p15:clr>
            <a:srgbClr val="F26B43"/>
          </p15:clr>
        </p15:guide>
        <p15:guide id="19" orient="horz" pos="432" userDrawn="1">
          <p15:clr>
            <a:srgbClr val="F26B43"/>
          </p15:clr>
        </p15:guide>
        <p15:guide id="20" orient="horz" pos="558" userDrawn="1">
          <p15:clr>
            <a:srgbClr val="F26B43"/>
          </p15:clr>
        </p15:guide>
        <p15:guide id="41" orient="horz" pos="2916" userDrawn="1">
          <p15:clr>
            <a:srgbClr val="F26B43"/>
          </p15:clr>
        </p15:guide>
        <p15:guide id="43" orient="horz" pos="3132" userDrawn="1">
          <p15:clr>
            <a:srgbClr val="F26B43"/>
          </p15:clr>
        </p15:guide>
        <p15:guide id="56" orient="horz" userDrawn="1">
          <p15:clr>
            <a:srgbClr val="F26B43"/>
          </p15:clr>
        </p15:guide>
        <p15:guide id="57" orient="horz" pos="3240" userDrawn="1">
          <p15:clr>
            <a:srgbClr val="F26B43"/>
          </p15:clr>
        </p15:guide>
        <p15:guide id="58" orient="horz" pos="3024" userDrawn="1">
          <p15:clr>
            <a:srgbClr val="F26B43"/>
          </p15:clr>
        </p15:guide>
        <p15:guide id="59" pos="216" userDrawn="1">
          <p15:clr>
            <a:srgbClr val="F26B43"/>
          </p15:clr>
        </p15:guide>
        <p15:guide id="61" pos="5544" userDrawn="1">
          <p15:clr>
            <a:srgbClr val="F26B43"/>
          </p15:clr>
        </p15:guide>
        <p15:guide id="64" pos="1016" userDrawn="1">
          <p15:clr>
            <a:srgbClr val="F26B43"/>
          </p15:clr>
        </p15:guide>
        <p15:guide id="65" pos="1124" userDrawn="1">
          <p15:clr>
            <a:srgbClr val="F26B43"/>
          </p15:clr>
        </p15:guide>
        <p15:guide id="68" pos="2033" userDrawn="1">
          <p15:clr>
            <a:srgbClr val="F26B43"/>
          </p15:clr>
        </p15:guide>
        <p15:guide id="69" pos="1926" userDrawn="1">
          <p15:clr>
            <a:srgbClr val="F26B43"/>
          </p15:clr>
        </p15:guide>
        <p15:guide id="72" pos="2829" userDrawn="1">
          <p15:clr>
            <a:srgbClr val="F26B43"/>
          </p15:clr>
        </p15:guide>
        <p15:guide id="73" pos="2939" userDrawn="1">
          <p15:clr>
            <a:srgbClr val="F26B43"/>
          </p15:clr>
        </p15:guide>
        <p15:guide id="76" pos="3846" userDrawn="1">
          <p15:clr>
            <a:srgbClr val="F26B43"/>
          </p15:clr>
        </p15:guide>
        <p15:guide id="77" pos="3736" userDrawn="1">
          <p15:clr>
            <a:srgbClr val="F26B43"/>
          </p15:clr>
        </p15:guide>
        <p15:guide id="80" pos="4640" userDrawn="1">
          <p15:clr>
            <a:srgbClr val="F26B43"/>
          </p15:clr>
        </p15:guide>
        <p15:guide id="81" pos="47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jpe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5">
            <a:extLst>
              <a:ext uri="{FF2B5EF4-FFF2-40B4-BE49-F238E27FC236}">
                <a16:creationId xmlns:a16="http://schemas.microsoft.com/office/drawing/2014/main" id="{607E5A35-192A-3410-2316-440C39F85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216862"/>
              </p:ext>
            </p:extLst>
          </p:nvPr>
        </p:nvGraphicFramePr>
        <p:xfrm>
          <a:off x="5728664" y="3701214"/>
          <a:ext cx="2443941" cy="126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3941">
                  <a:extLst>
                    <a:ext uri="{9D8B030D-6E8A-4147-A177-3AD203B41FA5}">
                      <a16:colId xmlns:a16="http://schemas.microsoft.com/office/drawing/2014/main" val="160800378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Shorten processing time by 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business weeks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065422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Reduce 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66.67% 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manual &amp; paperwork handling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14961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Support 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cross functional teams in cooperation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022497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More convenient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 rates &amp; product 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configuration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07883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Quicker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responding to market demands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192562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ECE27D64-E5BA-F585-3083-9310992EFA0C}"/>
              </a:ext>
            </a:extLst>
          </p:cNvPr>
          <p:cNvSpPr/>
          <p:nvPr/>
        </p:nvSpPr>
        <p:spPr bwMode="auto">
          <a:xfrm>
            <a:off x="6675153" y="557406"/>
            <a:ext cx="1201478" cy="148515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BA3E5-2E21-F66F-8A3B-6CC1333BC7A1}"/>
              </a:ext>
            </a:extLst>
          </p:cNvPr>
          <p:cNvSpPr/>
          <p:nvPr/>
        </p:nvSpPr>
        <p:spPr bwMode="auto">
          <a:xfrm>
            <a:off x="7883872" y="557406"/>
            <a:ext cx="1179080" cy="14851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D49D1E-07FD-C951-76D5-D77E7F2E306C}"/>
              </a:ext>
            </a:extLst>
          </p:cNvPr>
          <p:cNvSpPr/>
          <p:nvPr/>
        </p:nvSpPr>
        <p:spPr bwMode="auto">
          <a:xfrm>
            <a:off x="5466434" y="557406"/>
            <a:ext cx="1201478" cy="14851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C04EF-3CCB-48A2-58C9-630CFDEBA2B9}"/>
              </a:ext>
            </a:extLst>
          </p:cNvPr>
          <p:cNvSpPr txBox="1"/>
          <p:nvPr/>
        </p:nvSpPr>
        <p:spPr>
          <a:xfrm>
            <a:off x="5504943" y="649724"/>
            <a:ext cx="1022392" cy="12990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825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Host &amp; assist sessions</a:t>
            </a:r>
            <a:endParaRPr lang="en-US" sz="825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16C62B-8EE0-D421-874F-F06E8FAB3FC8}"/>
              </a:ext>
            </a:extLst>
          </p:cNvPr>
          <p:cNvSpPr txBox="1"/>
          <p:nvPr/>
        </p:nvSpPr>
        <p:spPr>
          <a:xfrm>
            <a:off x="6737281" y="647432"/>
            <a:ext cx="1052703" cy="12695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25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BA activities &amp; artifacts</a:t>
            </a:r>
            <a:endParaRPr lang="en-US" sz="825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473D29-6BF4-2DEC-82B8-4B4009573FC5}"/>
              </a:ext>
            </a:extLst>
          </p:cNvPr>
          <p:cNvSpPr txBox="1"/>
          <p:nvPr/>
        </p:nvSpPr>
        <p:spPr>
          <a:xfrm>
            <a:off x="7938760" y="644483"/>
            <a:ext cx="1046978" cy="12990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825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Team &amp; stakeholders</a:t>
            </a:r>
            <a:endParaRPr lang="en-US" sz="825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7A2FB1-A1CA-FAD9-D3AA-AF67D314197E}"/>
              </a:ext>
            </a:extLst>
          </p:cNvPr>
          <p:cNvSpPr txBox="1"/>
          <p:nvPr/>
        </p:nvSpPr>
        <p:spPr>
          <a:xfrm>
            <a:off x="5506102" y="830888"/>
            <a:ext cx="1158068" cy="107337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28588" indent="-128588">
              <a:lnSpc>
                <a:spcPct val="107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Product discovery</a:t>
            </a:r>
          </a:p>
          <a:p>
            <a:pPr marL="128588" indent="-128588">
              <a:lnSpc>
                <a:spcPct val="107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Project kick-off</a:t>
            </a:r>
          </a:p>
          <a:p>
            <a:pPr marL="128588" indent="-128588">
              <a:lnSpc>
                <a:spcPct val="107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BA activity planning</a:t>
            </a:r>
          </a:p>
          <a:p>
            <a:pPr marL="128588" indent="-128588">
              <a:lnSpc>
                <a:spcPct val="107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Release timeline discussion</a:t>
            </a:r>
          </a:p>
          <a:p>
            <a:pPr marL="128588" indent="-128588">
              <a:lnSpc>
                <a:spcPct val="107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Sprint ceremonies</a:t>
            </a:r>
          </a:p>
          <a:p>
            <a:pPr marL="128588" indent="-128588">
              <a:lnSpc>
                <a:spcPct val="107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Client demo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D18D24-051A-A182-7C6D-94EC56251FDF}"/>
              </a:ext>
            </a:extLst>
          </p:cNvPr>
          <p:cNvSpPr txBox="1"/>
          <p:nvPr/>
        </p:nvSpPr>
        <p:spPr>
          <a:xfrm>
            <a:off x="6722023" y="829882"/>
            <a:ext cx="1147130" cy="116955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28588" indent="-128588"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Agile methodology</a:t>
            </a:r>
          </a:p>
          <a:p>
            <a:pPr marL="128588" indent="-128588"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Jira &amp; Confluence</a:t>
            </a:r>
          </a:p>
          <a:p>
            <a:pPr marL="128588" indent="-128588"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Use case analysis</a:t>
            </a:r>
          </a:p>
          <a:p>
            <a:pPr marL="128588" indent="-128588"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Requirements backlog</a:t>
            </a:r>
          </a:p>
          <a:p>
            <a:pPr marL="128588" indent="-128588"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API and system analysis</a:t>
            </a:r>
          </a:p>
          <a:p>
            <a:pPr marL="128588" indent="-128588"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Table design &amp; data mapping</a:t>
            </a:r>
          </a:p>
          <a:p>
            <a:pPr marL="128588" indent="-128588"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Solution design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B71293-FD61-B7C4-72CD-8E20C858E2F4}"/>
              </a:ext>
            </a:extLst>
          </p:cNvPr>
          <p:cNvSpPr txBox="1"/>
          <p:nvPr/>
        </p:nvSpPr>
        <p:spPr>
          <a:xfrm>
            <a:off x="7923501" y="829882"/>
            <a:ext cx="1062237" cy="102207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28588" indent="-128588">
              <a:lnSpc>
                <a:spcPct val="107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Investment &amp; insurance business</a:t>
            </a:r>
          </a:p>
          <a:p>
            <a:pPr marL="128588" indent="-128588">
              <a:lnSpc>
                <a:spcPct val="107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Platform/domain leads &amp; POs</a:t>
            </a:r>
          </a:p>
          <a:p>
            <a:pPr marL="128588" indent="-128588">
              <a:lnSpc>
                <a:spcPct val="107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Onshore digital team</a:t>
            </a:r>
          </a:p>
          <a:p>
            <a:pPr marL="128588" indent="-128588">
              <a:lnSpc>
                <a:spcPct val="107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Cross-location dev squads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7C7F86-219E-C470-B13C-BF45617D1824}"/>
              </a:ext>
            </a:extLst>
          </p:cNvPr>
          <p:cNvSpPr txBox="1"/>
          <p:nvPr/>
        </p:nvSpPr>
        <p:spPr>
          <a:xfrm>
            <a:off x="5496481" y="218847"/>
            <a:ext cx="3566470" cy="24840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ln w="3175">
                  <a:solidFill>
                    <a:schemeClr val="tx1"/>
                  </a:solidFill>
                  <a:prstDash val="solid"/>
                </a:ln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Key Activities and Engagement Highlights of BA</a:t>
            </a:r>
          </a:p>
        </p:txBody>
      </p:sp>
      <p:pic>
        <p:nvPicPr>
          <p:cNvPr id="19" name="Graphic 18" descr="Stopwatch 33% with solid fill">
            <a:extLst>
              <a:ext uri="{FF2B5EF4-FFF2-40B4-BE49-F238E27FC236}">
                <a16:creationId xmlns:a16="http://schemas.microsoft.com/office/drawing/2014/main" id="{F16ECCC4-DF28-CB5B-FB67-4E30D3171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6825" y="3727727"/>
            <a:ext cx="206311" cy="206311"/>
          </a:xfrm>
          <a:prstGeom prst="rect">
            <a:avLst/>
          </a:prstGeom>
        </p:spPr>
      </p:pic>
      <p:pic>
        <p:nvPicPr>
          <p:cNvPr id="20" name="Graphic 19" descr="Syncing cloud with solid fill">
            <a:extLst>
              <a:ext uri="{FF2B5EF4-FFF2-40B4-BE49-F238E27FC236}">
                <a16:creationId xmlns:a16="http://schemas.microsoft.com/office/drawing/2014/main" id="{82CC3057-E60B-453C-1468-1F80BFDE4E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8716" y="3967758"/>
            <a:ext cx="198087" cy="198087"/>
          </a:xfrm>
          <a:prstGeom prst="rect">
            <a:avLst/>
          </a:prstGeom>
        </p:spPr>
      </p:pic>
      <p:pic>
        <p:nvPicPr>
          <p:cNvPr id="21" name="Graphic 20" descr="Supply And Demand with solid fill">
            <a:extLst>
              <a:ext uri="{FF2B5EF4-FFF2-40B4-BE49-F238E27FC236}">
                <a16:creationId xmlns:a16="http://schemas.microsoft.com/office/drawing/2014/main" id="{AAD244D7-F549-ABF0-D1A9-2E3D9A0B2E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10402" y="4722429"/>
            <a:ext cx="210057" cy="210057"/>
          </a:xfrm>
          <a:prstGeom prst="rect">
            <a:avLst/>
          </a:prstGeom>
        </p:spPr>
      </p:pic>
      <p:pic>
        <p:nvPicPr>
          <p:cNvPr id="22" name="Graphic 21" descr="Group brainstorm with solid fill">
            <a:extLst>
              <a:ext uri="{FF2B5EF4-FFF2-40B4-BE49-F238E27FC236}">
                <a16:creationId xmlns:a16="http://schemas.microsoft.com/office/drawing/2014/main" id="{7429B040-10DA-8A52-C980-CA17467236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24289" y="4234877"/>
            <a:ext cx="198086" cy="198086"/>
          </a:xfrm>
          <a:prstGeom prst="rect">
            <a:avLst/>
          </a:prstGeom>
        </p:spPr>
      </p:pic>
      <p:pic>
        <p:nvPicPr>
          <p:cNvPr id="23" name="Graphic 22" descr="Postit Notes with solid fill">
            <a:extLst>
              <a:ext uri="{FF2B5EF4-FFF2-40B4-BE49-F238E27FC236}">
                <a16:creationId xmlns:a16="http://schemas.microsoft.com/office/drawing/2014/main" id="{24A96A9C-1479-0721-8F4B-BF2F185C71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18716" y="4487533"/>
            <a:ext cx="205116" cy="20511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F7E0709-A223-384A-2547-D48094C04E6D}"/>
              </a:ext>
            </a:extLst>
          </p:cNvPr>
          <p:cNvSpPr txBox="1"/>
          <p:nvPr/>
        </p:nvSpPr>
        <p:spPr>
          <a:xfrm>
            <a:off x="336699" y="1125897"/>
            <a:ext cx="4773386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US" sz="9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DBS, a multinational banking and financial services corporation, has established a strong strategic presence in Hong Kong within the APEC framework, with a particular focus on its lending business. Given the growing synergy between financial intermediaries and insurers, premium financing has emerged as a promising new revenue stream, with projections indicating it is poised to reach HK$78.6 billion (US$10.1 billion) by 2026.</a:t>
            </a:r>
          </a:p>
        </p:txBody>
      </p:sp>
      <p:pic>
        <p:nvPicPr>
          <p:cNvPr id="26" name="Picture 2" descr="Image result for DBS Bank">
            <a:extLst>
              <a:ext uri="{FF2B5EF4-FFF2-40B4-BE49-F238E27FC236}">
                <a16:creationId xmlns:a16="http://schemas.microsoft.com/office/drawing/2014/main" id="{92EB1009-C7EB-7959-C002-09CC0C794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246030"/>
            <a:ext cx="507023" cy="18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9F49B37D-0A89-434B-4FB1-04AF1C3F1757}"/>
              </a:ext>
            </a:extLst>
          </p:cNvPr>
          <p:cNvSpPr txBox="1">
            <a:spLocks/>
          </p:cNvSpPr>
          <p:nvPr/>
        </p:nvSpPr>
        <p:spPr>
          <a:xfrm>
            <a:off x="254512" y="2476460"/>
            <a:ext cx="2468880" cy="22607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/>
              <a:t>Solution</a:t>
            </a:r>
            <a:endParaRPr lang="en-US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3E85AC-67B0-5DA0-F3AE-8E36FF4FBD36}"/>
              </a:ext>
            </a:extLst>
          </p:cNvPr>
          <p:cNvSpPr/>
          <p:nvPr/>
        </p:nvSpPr>
        <p:spPr>
          <a:xfrm>
            <a:off x="352813" y="3390127"/>
            <a:ext cx="2183558" cy="1246495"/>
          </a:xfrm>
          <a:prstGeom prst="rect">
            <a:avLst/>
          </a:prstGeom>
        </p:spPr>
        <p:txBody>
          <a:bodyPr wrap="square" lIns="0" tIns="45720" rIns="0" bIns="45720" anchor="t">
            <a:spAutoFit/>
          </a:bodyPr>
          <a:lstStyle/>
          <a:p>
            <a:pPr defTabSz="685783">
              <a:defRPr/>
            </a:pPr>
            <a:r>
              <a:rPr lang="en-US" sz="900" b="1" dirty="0">
                <a:solidFill>
                  <a:srgbClr val="222222"/>
                </a:solidFill>
                <a:latin typeface="Calibri"/>
              </a:rPr>
              <a:t>1) Relationship Manager-Centric Streamlining </a:t>
            </a:r>
          </a:p>
          <a:p>
            <a:pPr defTabSz="685783">
              <a:defRPr/>
            </a:pPr>
            <a:endParaRPr lang="en-US" sz="300" dirty="0">
              <a:solidFill>
                <a:srgbClr val="222222"/>
              </a:solidFill>
              <a:latin typeface="Calibri"/>
            </a:endParaRPr>
          </a:p>
          <a:p>
            <a:pPr marL="171450" indent="-171450" defTabSz="685783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222222"/>
                </a:solidFill>
                <a:latin typeface="Calibri"/>
              </a:rPr>
              <a:t>Initiate application digitally</a:t>
            </a:r>
          </a:p>
          <a:p>
            <a:pPr marL="171450" indent="-171450" defTabSz="685783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222222"/>
                </a:solidFill>
                <a:latin typeface="Calibri"/>
              </a:rPr>
              <a:t>Automate KYC, risk/credit checks seamlessly</a:t>
            </a:r>
          </a:p>
          <a:p>
            <a:pPr marL="171450" indent="-171450" defTabSz="685783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222222"/>
                </a:solidFill>
                <a:latin typeface="Calibri"/>
              </a:rPr>
              <a:t>Embed business and calculation logic</a:t>
            </a:r>
          </a:p>
          <a:p>
            <a:pPr marL="171450" indent="-171450" defTabSz="685783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222222"/>
                </a:solidFill>
                <a:latin typeface="Calibri"/>
              </a:rPr>
              <a:t>Track progress in real-time</a:t>
            </a:r>
          </a:p>
          <a:p>
            <a:pPr marL="171450" indent="-171450" defTabSz="685783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222222"/>
                </a:solidFill>
                <a:latin typeface="Calibri"/>
              </a:rPr>
              <a:t>Enable a </a:t>
            </a:r>
            <a:r>
              <a:rPr lang="en-US" sz="900" dirty="0" err="1">
                <a:solidFill>
                  <a:srgbClr val="222222"/>
                </a:solidFill>
                <a:latin typeface="Calibri"/>
              </a:rPr>
              <a:t>centralised</a:t>
            </a:r>
            <a:r>
              <a:rPr lang="en-US" sz="900" dirty="0">
                <a:solidFill>
                  <a:srgbClr val="222222"/>
                </a:solidFill>
                <a:latin typeface="Calibri"/>
              </a:rPr>
              <a:t> dataflow &amp; dashboard</a:t>
            </a:r>
            <a:endParaRPr lang="en-US" sz="90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pPr marL="171450" indent="-171450" defTabSz="685783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222222"/>
                </a:solidFill>
                <a:latin typeface="Calibri"/>
              </a:rPr>
              <a:t>Receive prompt updates and notification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E79367-323A-AA4E-A084-6B7F03D5D2E6}"/>
              </a:ext>
            </a:extLst>
          </p:cNvPr>
          <p:cNvSpPr/>
          <p:nvPr/>
        </p:nvSpPr>
        <p:spPr>
          <a:xfrm>
            <a:off x="2622156" y="3390800"/>
            <a:ext cx="2535152" cy="96949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defTabSz="685783">
              <a:defRPr/>
            </a:pPr>
            <a:r>
              <a:rPr lang="en-US" sz="900" b="1" dirty="0">
                <a:solidFill>
                  <a:srgbClr val="222222"/>
                </a:solidFill>
                <a:latin typeface="Calibri"/>
              </a:rPr>
              <a:t>2) Operational Efficiency Enhancement</a:t>
            </a:r>
          </a:p>
          <a:p>
            <a:pPr defTabSz="685783">
              <a:defRPr/>
            </a:pPr>
            <a:endParaRPr lang="en-US" sz="300" dirty="0">
              <a:solidFill>
                <a:srgbClr val="222222"/>
              </a:solidFill>
              <a:latin typeface="Calibri"/>
            </a:endParaRPr>
          </a:p>
          <a:p>
            <a:pPr marL="171450" indent="-171450" defTabSz="685783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222222"/>
                </a:solidFill>
                <a:latin typeface="Calibri"/>
              </a:rPr>
              <a:t>Automate data and task transfer between teams </a:t>
            </a:r>
            <a:r>
              <a:rPr lang="en-US" sz="900" b="1" dirty="0">
                <a:solidFill>
                  <a:srgbClr val="222222"/>
                </a:solidFill>
                <a:latin typeface="Calibri"/>
              </a:rPr>
              <a:t> </a:t>
            </a:r>
          </a:p>
          <a:p>
            <a:pPr marL="171450" indent="-171450" defTabSz="685783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222222"/>
                </a:solidFill>
                <a:latin typeface="Calibri"/>
              </a:rPr>
              <a:t>Enable Intelligent routing and workflow triggers</a:t>
            </a:r>
          </a:p>
          <a:p>
            <a:pPr marL="171450" indent="-171450" defTabSz="685783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222222"/>
                </a:solidFill>
                <a:latin typeface="Calibri"/>
              </a:rPr>
              <a:t>Provide a </a:t>
            </a:r>
            <a:r>
              <a:rPr lang="en-US" sz="900" dirty="0" err="1">
                <a:solidFill>
                  <a:srgbClr val="222222"/>
                </a:solidFill>
                <a:latin typeface="Calibri"/>
              </a:rPr>
              <a:t>centralised</a:t>
            </a:r>
            <a:r>
              <a:rPr lang="en-US" sz="900" dirty="0">
                <a:solidFill>
                  <a:srgbClr val="222222"/>
                </a:solidFill>
                <a:latin typeface="Calibri"/>
              </a:rPr>
              <a:t> view of application details</a:t>
            </a:r>
          </a:p>
          <a:p>
            <a:pPr marL="171450" indent="-171450" defTabSz="685783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222222"/>
                </a:solidFill>
                <a:latin typeface="Calibri"/>
              </a:rPr>
              <a:t>Embed risk assessments and deviations handling</a:t>
            </a:r>
          </a:p>
          <a:p>
            <a:pPr marL="171450" indent="-171450" defTabSz="685783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222222"/>
                </a:solidFill>
                <a:latin typeface="Calibri"/>
              </a:rPr>
              <a:t>Implement access control for teams &amp; ppl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F5410A-1783-E4B3-2DCB-76FD3B128D7E}"/>
              </a:ext>
            </a:extLst>
          </p:cNvPr>
          <p:cNvSpPr/>
          <p:nvPr/>
        </p:nvSpPr>
        <p:spPr>
          <a:xfrm>
            <a:off x="2622156" y="4314463"/>
            <a:ext cx="2629113" cy="71045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defTabSz="685783">
              <a:spcAft>
                <a:spcPts val="450"/>
              </a:spcAft>
              <a:defRPr/>
            </a:pPr>
            <a:r>
              <a:rPr lang="en-US" sz="900" b="1" dirty="0">
                <a:solidFill>
                  <a:srgbClr val="222222"/>
                </a:solidFill>
                <a:latin typeface="Calibri"/>
              </a:rPr>
              <a:t>3) Event-triggered Loan Processing Procedure</a:t>
            </a:r>
          </a:p>
          <a:p>
            <a:pPr marL="171450" indent="-171450" defTabSz="685783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222222"/>
                </a:solidFill>
                <a:latin typeface="Calibri"/>
              </a:rPr>
              <a:t>Automated drawdown and transfer activation </a:t>
            </a:r>
          </a:p>
          <a:p>
            <a:pPr marL="171450" indent="-171450" defTabSz="685783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222222"/>
                </a:solidFill>
                <a:latin typeface="Calibri"/>
              </a:rPr>
              <a:t>Error handling and transaction failure contingency </a:t>
            </a:r>
          </a:p>
          <a:p>
            <a:pPr marL="171450" indent="-171450" defTabSz="685783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222222"/>
                </a:solidFill>
                <a:latin typeface="Calibri"/>
              </a:rPr>
              <a:t>Transaction/procedure monitoring state machine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C87713-45F1-E712-2431-81ADFDA3C042}"/>
              </a:ext>
            </a:extLst>
          </p:cNvPr>
          <p:cNvSpPr txBox="1"/>
          <p:nvPr/>
        </p:nvSpPr>
        <p:spPr>
          <a:xfrm>
            <a:off x="5491642" y="2315036"/>
            <a:ext cx="1393031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ln w="3175">
                  <a:solidFill>
                    <a:schemeClr val="tx1"/>
                  </a:solidFill>
                  <a:prstDash val="solid"/>
                </a:ln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Results &amp; Outcomes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29C7C0B-3325-0171-516A-F23E6637A907}"/>
              </a:ext>
            </a:extLst>
          </p:cNvPr>
          <p:cNvSpPr txBox="1"/>
          <p:nvPr/>
        </p:nvSpPr>
        <p:spPr>
          <a:xfrm>
            <a:off x="5504942" y="2602833"/>
            <a:ext cx="3557865" cy="102335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28588" indent="-128588">
              <a:spcAft>
                <a:spcPts val="325"/>
              </a:spcAft>
              <a:buFontTx/>
              <a:buChar char="-"/>
            </a:pPr>
            <a:r>
              <a:rPr lang="en-US" sz="900" b="1" dirty="0"/>
              <a:t>Tailored and Customized Workflow:</a:t>
            </a:r>
            <a:r>
              <a:rPr lang="en-US" sz="900" dirty="0"/>
              <a:t> enabling greater flexibility &amp; agility</a:t>
            </a:r>
            <a:endParaRPr lang="en-US" sz="900" b="1" dirty="0"/>
          </a:p>
          <a:p>
            <a:pPr marL="128588" indent="-128588">
              <a:spcAft>
                <a:spcPts val="325"/>
              </a:spcAft>
              <a:buFontTx/>
              <a:buChar char="-"/>
            </a:pPr>
            <a:r>
              <a:rPr lang="en-US" sz="900" b="1" dirty="0"/>
              <a:t>Reduced Processing Time: </a:t>
            </a:r>
            <a:r>
              <a:rPr lang="en-US" sz="900" dirty="0"/>
              <a:t>moving swiftly from initiation to drawdown </a:t>
            </a:r>
          </a:p>
          <a:p>
            <a:pPr marL="128588" indent="-128588">
              <a:spcAft>
                <a:spcPts val="325"/>
              </a:spcAft>
              <a:buFontTx/>
              <a:buChar char="-"/>
            </a:pPr>
            <a:r>
              <a:rPr lang="en-US" sz="900" b="1" dirty="0"/>
              <a:t>Operational Efficiency Gain: </a:t>
            </a:r>
            <a:r>
              <a:rPr lang="en-US" sz="900" dirty="0"/>
              <a:t>reduced manual handovers &amp; data entry</a:t>
            </a:r>
          </a:p>
          <a:p>
            <a:pPr marL="128588" indent="-128588">
              <a:spcAft>
                <a:spcPts val="325"/>
              </a:spcAft>
              <a:buFontTx/>
              <a:buChar char="-"/>
            </a:pPr>
            <a:r>
              <a:rPr lang="en-US" sz="900" b="1" dirty="0"/>
              <a:t>Error Reduction: </a:t>
            </a:r>
            <a:r>
              <a:rPr lang="en-US" sz="900" dirty="0"/>
              <a:t>reduced errors and discrepancies in loan applications</a:t>
            </a:r>
          </a:p>
          <a:p>
            <a:pPr marL="128588" indent="-128588">
              <a:spcAft>
                <a:spcPts val="325"/>
              </a:spcAft>
              <a:buFontTx/>
              <a:buChar char="-"/>
            </a:pPr>
            <a:r>
              <a:rPr lang="en-US" sz="900" b="1" dirty="0"/>
              <a:t>Enhanced Customer Experience: </a:t>
            </a:r>
            <a:r>
              <a:rPr lang="en-US" sz="900" dirty="0"/>
              <a:t>increased service quality &amp; satisfaction</a:t>
            </a:r>
          </a:p>
          <a:p>
            <a:pPr marL="128588" indent="-128588">
              <a:spcAft>
                <a:spcPts val="325"/>
              </a:spcAft>
              <a:buFontTx/>
              <a:buChar char="-"/>
            </a:pPr>
            <a:r>
              <a:rPr lang="en-US" sz="900" b="1" dirty="0"/>
              <a:t>Real-time Tracking: </a:t>
            </a:r>
            <a:r>
              <a:rPr lang="en-US" sz="900" dirty="0"/>
              <a:t>enhanced transparency &amp; communication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3B6601-3F07-2E14-63BB-A945AFDA7A94}"/>
              </a:ext>
            </a:extLst>
          </p:cNvPr>
          <p:cNvSpPr txBox="1"/>
          <p:nvPr/>
        </p:nvSpPr>
        <p:spPr>
          <a:xfrm>
            <a:off x="342900" y="2119382"/>
            <a:ext cx="4773386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US" sz="9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However, </a:t>
            </a:r>
            <a:r>
              <a:rPr lang="en-US" sz="9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lengthy handovers </a:t>
            </a:r>
            <a:r>
              <a:rPr lang="en-US" sz="9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and </a:t>
            </a:r>
            <a:r>
              <a:rPr lang="en-US" sz="9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offline processes </a:t>
            </a:r>
            <a:r>
              <a:rPr lang="en-US" sz="9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 the bank’s current loan workflow are causing </a:t>
            </a:r>
            <a:r>
              <a:rPr lang="en-US" sz="9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substantial delays</a:t>
            </a:r>
            <a:r>
              <a:rPr lang="en-US" sz="9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frustrating applicants and jeopardizing our client's market competitiveness..</a:t>
            </a:r>
            <a:endParaRPr lang="en-US" sz="900" b="1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ABA73747-0EDE-8D09-DD3B-F00A282B3408}"/>
              </a:ext>
            </a:extLst>
          </p:cNvPr>
          <p:cNvSpPr txBox="1">
            <a:spLocks/>
          </p:cNvSpPr>
          <p:nvPr/>
        </p:nvSpPr>
        <p:spPr>
          <a:xfrm>
            <a:off x="254512" y="1874772"/>
            <a:ext cx="2468880" cy="2597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/>
              <a:t>Problems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ECA33A-64A0-4695-83D3-F30FEBFE69EA}"/>
              </a:ext>
            </a:extLst>
          </p:cNvPr>
          <p:cNvSpPr txBox="1"/>
          <p:nvPr/>
        </p:nvSpPr>
        <p:spPr>
          <a:xfrm>
            <a:off x="254512" y="436508"/>
            <a:ext cx="504448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0" b="1" dirty="0">
                <a:ea typeface="+mn-lt"/>
                <a:cs typeface="+mn-lt"/>
              </a:rPr>
              <a:t>Accelerating Loan Processing Efficiency: </a:t>
            </a:r>
            <a:br>
              <a:rPr lang="en-US" sz="1650" b="1" dirty="0">
                <a:ea typeface="+mn-lt"/>
                <a:cs typeface="+mn-lt"/>
              </a:rPr>
            </a:br>
            <a:r>
              <a:rPr lang="en-US" sz="1650" b="1" dirty="0">
                <a:ea typeface="+mn-lt"/>
                <a:cs typeface="+mn-lt"/>
              </a:rPr>
              <a:t>Achieving Automation from Application till Drawdown</a:t>
            </a:r>
            <a:endParaRPr lang="en-CN" sz="165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14944-3654-1199-11D7-51A2900F8FCD}"/>
              </a:ext>
            </a:extLst>
          </p:cNvPr>
          <p:cNvSpPr txBox="1"/>
          <p:nvPr/>
        </p:nvSpPr>
        <p:spPr>
          <a:xfrm>
            <a:off x="342900" y="2758916"/>
            <a:ext cx="4773386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US" sz="9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Built a complete and tailored </a:t>
            </a:r>
            <a:r>
              <a:rPr lang="en-US" sz="9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automated workflow </a:t>
            </a:r>
            <a:r>
              <a:rPr lang="en-US" sz="9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to transform the entire loan processing journey, facilitating seamless information and task flow across departments. The workflow is rooted in the bank's existing manual processes, with the implementation of </a:t>
            </a:r>
            <a:r>
              <a:rPr lang="en-US" sz="9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bespoke routines and automated procedures</a:t>
            </a:r>
            <a:r>
              <a:rPr lang="en-US" sz="9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seamlessly integrating with the CRM system.</a:t>
            </a:r>
            <a:endParaRPr lang="en-US" sz="900" b="1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2767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1"/>
  <p:tag name="MIO_SHOW_DATE" val="False"/>
  <p:tag name="MIO_SHOW_FOOTER" val="False"/>
  <p:tag name="MIO_SHOW_PAGENUMBER" val="False"/>
  <p:tag name="MIO_AVOID_BLANK_LAYOUT" val="True"/>
  <p:tag name="MIO_CD_LAYOUT_VALID_AREA" val="False"/>
  <p:tag name="MIO_NUMBER_OF_VALID_LAYOUTS" val="44"/>
  <p:tag name="MIO_HDS" val="True"/>
  <p:tag name="MIO_SKIPVERSION" val="01.01.0001 00:00:00"/>
  <p:tag name="MIO_EKGUID" val="6df8f217-8770-4a3a-9667-63ca2056eb55"/>
  <p:tag name="MIO_UPDATE" val="True"/>
  <p:tag name="MIO_VERSION" val="08.02.2022 08:06:22"/>
  <p:tag name="MIO_DBID" val="D7ED4A1B-644D-42C8-B85A-3AF7EB19A1AD"/>
  <p:tag name="MIO_LASTDOWNLOADED" val="10.02.2022 17:33:29"/>
  <p:tag name="MIO_OBJECTNAME" val="EPAM NA Master 2021.3"/>
  <p:tag name="MIO_CDID" val="b2432654-21ad-4919-b8a6-653a7f8fcbf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1"/>
  <p:tag name="MIO_SHOW_DATE" val="False"/>
  <p:tag name="MIO_SHOW_FOOTER" val="False"/>
  <p:tag name="MIO_SHOW_PAGENUMBER" val="False"/>
  <p:tag name="MIO_AVOID_BLANK_LAYOUT" val="True"/>
  <p:tag name="MIO_CD_LAYOUT_VALID_AREA" val="False"/>
  <p:tag name="MIO_NUMBER_OF_VALID_LAYOUTS" val="44"/>
  <p:tag name="MIO_HDS" val="True"/>
  <p:tag name="MIO_SKIPVERSION" val="01.01.0001 00:00:00"/>
  <p:tag name="MIO_EKGUID" val="6df8f217-8770-4a3a-9667-63ca2056eb55"/>
  <p:tag name="MIO_UPDATE" val="True"/>
  <p:tag name="MIO_VERSION" val="08.02.2022 08:06:22"/>
  <p:tag name="MIO_DBID" val="D7ED4A1B-644D-42C8-B85A-3AF7EB19A1AD"/>
  <p:tag name="MIO_LASTDOWNLOADED" val="10.02.2022 17:33:29"/>
  <p:tag name="MIO_OBJECTNAME" val="EPAM NA Master 2021.3"/>
  <p:tag name="MIO_CDID" val="b2432654-21ad-4919-b8a6-653a7f8fcbff"/>
</p:tagLst>
</file>

<file path=ppt/theme/theme1.xml><?xml version="1.0" encoding="utf-8"?>
<a:theme xmlns:a="http://schemas.openxmlformats.org/drawingml/2006/main" name="6_Presale_MASTER">
  <a:themeElements>
    <a:clrScheme name="EPAM Presales">
      <a:dk1>
        <a:srgbClr val="464547"/>
      </a:dk1>
      <a:lt1>
        <a:sysClr val="window" lastClr="FFFFFF"/>
      </a:lt1>
      <a:dk2>
        <a:srgbClr val="666666"/>
      </a:dk2>
      <a:lt2>
        <a:srgbClr val="999999"/>
      </a:lt2>
      <a:accent1>
        <a:srgbClr val="222222"/>
      </a:accent1>
      <a:accent2>
        <a:srgbClr val="39C2D7"/>
      </a:accent2>
      <a:accent3>
        <a:srgbClr val="008ACF"/>
      </a:accent3>
      <a:accent4>
        <a:srgbClr val="A3C644"/>
      </a:accent4>
      <a:accent5>
        <a:srgbClr val="CEDB56"/>
      </a:accent5>
      <a:accent6>
        <a:srgbClr val="D35D47"/>
      </a:accent6>
      <a:hlink>
        <a:srgbClr val="76CDD8"/>
      </a:hlink>
      <a:folHlink>
        <a:srgbClr val="FF8500"/>
      </a:folHlink>
    </a:clrScheme>
    <a:fontScheme name="Presale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200" dirty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PAM PPTX Template" id="{07F0FB55-CFFA-47CA-99A0-A77E3213ACA6}" vid="{5C4EAAF8-284D-4A65-B20F-C47DE8AC2658}"/>
    </a:ext>
  </a:extLst>
</a:theme>
</file>

<file path=ppt/theme/theme2.xml><?xml version="1.0" encoding="utf-8"?>
<a:theme xmlns:a="http://schemas.openxmlformats.org/drawingml/2006/main" name="1_EPAM Master 2021.3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PID_CaseStudy_OneSlider.potx" id="{AEA712D5-05A1-44FB-A4A1-C7CBD72FE05E}" vid="{B8FEDD16-060C-4898-A61E-054A57BBE049}"/>
    </a:ext>
  </a:extLst>
</a:theme>
</file>

<file path=ppt/theme/theme3.xml><?xml version="1.0" encoding="utf-8"?>
<a:theme xmlns:a="http://schemas.openxmlformats.org/drawingml/2006/main" name="1_EPAM Master 2021.3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PID_CaseStudy_OneSlider.potx" id="{AEA712D5-05A1-44FB-A4A1-C7CBD72FE05E}" vid="{B8FEDD16-060C-4898-A61E-054A57BBE04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????? Light"/>
        <a:font script="Hang" typeface="?? ??"/>
        <a:font script="Hans" typeface="?? Light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?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D9ABD71EA0084289C7DC41B3947FED" ma:contentTypeVersion="13" ma:contentTypeDescription="Create a new document." ma:contentTypeScope="" ma:versionID="d83f383b7b0a8b35ea79d2389d162653">
  <xsd:schema xmlns:xsd="http://www.w3.org/2001/XMLSchema" xmlns:xs="http://www.w3.org/2001/XMLSchema" xmlns:p="http://schemas.microsoft.com/office/2006/metadata/properties" xmlns:ns2="0134db63-ed24-4c45-986f-b5409513412b" xmlns:ns3="fa3851ed-fc80-4b91-bb48-b10b8810d5b7" targetNamespace="http://schemas.microsoft.com/office/2006/metadata/properties" ma:root="true" ma:fieldsID="c76639b648ff706af76818dd37fd786b" ns2:_="" ns3:_="">
    <xsd:import namespace="0134db63-ed24-4c45-986f-b5409513412b"/>
    <xsd:import namespace="fa3851ed-fc80-4b91-bb48-b10b8810d5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34db63-ed24-4c45-986f-b540951341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3851ed-fc80-4b91-bb48-b10b8810d5b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33c3e85-0f65-496a-a76b-f7ba24830e7c}" ma:internalName="TaxCatchAll" ma:showField="CatchAllData" ma:web="fa3851ed-fc80-4b91-bb48-b10b8810d5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a3851ed-fc80-4b91-bb48-b10b8810d5b7">
      <UserInfo>
        <DisplayName>Jaden Tang</DisplayName>
        <AccountId>65</AccountId>
        <AccountType/>
      </UserInfo>
      <UserInfo>
        <DisplayName>Krystal Li</DisplayName>
        <AccountId>88</AccountId>
        <AccountType/>
      </UserInfo>
      <UserInfo>
        <DisplayName>Sandy Corcoran</DisplayName>
        <AccountId>97</AccountId>
        <AccountType/>
      </UserInfo>
      <UserInfo>
        <DisplayName>Michael Nicholls</DisplayName>
        <AccountId>98</AccountId>
        <AccountType/>
      </UserInfo>
      <UserInfo>
        <DisplayName>Carlos Cardona</DisplayName>
        <AccountId>100</AccountId>
        <AccountType/>
      </UserInfo>
      <UserInfo>
        <DisplayName>Mark Bisker</DisplayName>
        <AccountId>102</AccountId>
        <AccountType/>
      </UserInfo>
    </SharedWithUsers>
    <TaxCatchAll xmlns="fa3851ed-fc80-4b91-bb48-b10b8810d5b7" xsi:nil="true"/>
    <lcf76f155ced4ddcb4097134ff3c332f xmlns="0134db63-ed24-4c45-986f-b5409513412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91C009-F69E-4389-85E8-52193A362CDA}">
  <ds:schemaRefs>
    <ds:schemaRef ds:uri="0134db63-ed24-4c45-986f-b5409513412b"/>
    <ds:schemaRef ds:uri="fa3851ed-fc80-4b91-bb48-b10b8810d5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35393B-0D57-422D-96B4-3883630E686A}">
  <ds:schemaRefs>
    <ds:schemaRef ds:uri="http://purl.org/dc/elements/1.1/"/>
    <ds:schemaRef ds:uri="0134db63-ed24-4c45-986f-b5409513412b"/>
    <ds:schemaRef ds:uri="http://purl.org/dc/terms/"/>
    <ds:schemaRef ds:uri="http://purl.org/dc/dcmitype/"/>
    <ds:schemaRef ds:uri="http://schemas.microsoft.com/office/2006/documentManagement/types"/>
    <ds:schemaRef ds:uri="fa3851ed-fc80-4b91-bb48-b10b8810d5b7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7A103A4-1C5B-4F6F-B80C-E381C72E91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6864</TotalTime>
  <Words>429</Words>
  <Application>Microsoft Office PowerPoint</Application>
  <PresentationFormat>On-screen Show (16:9)</PresentationFormat>
  <Paragraphs>60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6_Presale_MASTER</vt:lpstr>
      <vt:lpstr>1_EPAM Master 2021.3</vt:lpstr>
      <vt:lpstr>1_EPAM Master 2021.3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Engineering</dc:title>
  <dc:creator>Anait_Avetisyan</dc:creator>
  <cp:lastModifiedBy>user</cp:lastModifiedBy>
  <cp:revision>30</cp:revision>
  <dcterms:modified xsi:type="dcterms:W3CDTF">2024-01-16T03:37:01Z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0x010100CBD9ABD71EA0084289C7DC41B3947FED</vt:lpwstr>
  </property>
  <property fmtid="{D5CDD505-2E9C-101B-9397-08002B2CF9AE}" pid="3" name="RatedBy">
    <vt:lpwstr/>
  </property>
  <property fmtid="{D5CDD505-2E9C-101B-9397-08002B2CF9AE}" pid="4" name="StoryTags">
    <vt:lpwstr>58;#Azure|33e219fc-ebb9-4fb1-839d-889f67628834;#59;#Amazon Web Services / AWS|7f779689-0301-4150-a0fc-89223b176967;#60;#Google Cloud Platform / GCP|c9682c7a-a8db-427e-84c4-89f97a03b808;#81;#Pivotal Cloud Foundry / PCF|9455547c-c372-4167-be82-6b07fba18374</vt:lpwstr>
  </property>
  <property fmtid="{D5CDD505-2E9C-101B-9397-08002B2CF9AE}" pid="5" name="_dlc_DocIdItemGuid">
    <vt:lpwstr>f56f5c00-87c8-4504-9e02-cf0ba060798a</vt:lpwstr>
  </property>
  <property fmtid="{D5CDD505-2E9C-101B-9397-08002B2CF9AE}" pid="6" name="Ratings">
    <vt:lpwstr/>
  </property>
  <property fmtid="{D5CDD505-2E9C-101B-9397-08002B2CF9AE}" pid="7" name="Story">
    <vt:lpwstr>24;#Cloud|b7424bcb-9066-4208-a526-81b116889fce</vt:lpwstr>
  </property>
  <property fmtid="{D5CDD505-2E9C-101B-9397-08002B2CF9AE}" pid="8" name="LikedBy">
    <vt:lpwstr>12;#Anzhalika Levandouskaya</vt:lpwstr>
  </property>
  <property fmtid="{D5CDD505-2E9C-101B-9397-08002B2CF9AE}" pid="9" name="MediaServiceImageTags">
    <vt:lpwstr/>
  </property>
</Properties>
</file>